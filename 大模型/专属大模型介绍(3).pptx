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4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9" r:id="rId3"/>
    <p:sldMasterId id="2147483674" r:id="rId4"/>
  </p:sldMasterIdLst>
  <p:notesMasterIdLst>
    <p:notesMasterId r:id="rId9"/>
  </p:notesMasterIdLst>
  <p:sldIdLst>
    <p:sldId id="260" r:id="rId5"/>
    <p:sldId id="261" r:id="rId6"/>
    <p:sldId id="262" r:id="rId7"/>
    <p:sldId id="263" r:id="rId8"/>
    <p:sldId id="283" r:id="rId10"/>
    <p:sldId id="285" r:id="rId11"/>
    <p:sldId id="278" r:id="rId12"/>
    <p:sldId id="269" r:id="rId13"/>
    <p:sldId id="289" r:id="rId14"/>
    <p:sldId id="294" r:id="rId15"/>
    <p:sldId id="272" r:id="rId16"/>
    <p:sldId id="293" r:id="rId17"/>
    <p:sldId id="274" r:id="rId18"/>
  </p:sldIdLst>
  <p:sldSz cx="12192000" cy="6858000"/>
  <p:notesSz cx="7103745" cy="10234295"/>
  <p:custDataLst>
    <p:tags r:id="rId2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clrMru>
    <a:srgbClr val="0EAF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6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2" Type="http://schemas.openxmlformats.org/officeDocument/2006/relationships/tags" Target="tags/tag382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1584" y="1279287"/>
            <a:ext cx="6140577" cy="34540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0375" y="4925254"/>
            <a:ext cx="5682996" cy="402975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大模型整合了百万级党规党纪、廉政案例、纪律条例等专属行业数据集，结合定制化思维链能力完成本地化搭建与专项调优；依托专属内部知识库作答，针对性完成大模型幻觉抑制、内容校正、口径合规优化，可精准解答党纪法规、纪律要求、廉政常识等专业问题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tags" Target="../tags/tag6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tags" Target="../tags/tag12.xml"/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tags" Target="../tags/tag15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21.xml"/><Relationship Id="rId3" Type="http://schemas.openxmlformats.org/officeDocument/2006/relationships/tags" Target="../tags/tag20.xml"/><Relationship Id="rId2" Type="http://schemas.openxmlformats.org/officeDocument/2006/relationships/tags" Target="../tags/tag19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tags" Target="../tags/tag27.xml"/><Relationship Id="rId3" Type="http://schemas.openxmlformats.org/officeDocument/2006/relationships/tags" Target="../tags/tag26.xml"/><Relationship Id="rId2" Type="http://schemas.openxmlformats.org/officeDocument/2006/relationships/tags" Target="../tags/tag2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tags" Target="../tags/tag30.xml"/><Relationship Id="rId3" Type="http://schemas.openxmlformats.org/officeDocument/2006/relationships/tags" Target="../tags/tag29.xml"/><Relationship Id="rId2" Type="http://schemas.openxmlformats.org/officeDocument/2006/relationships/tags" Target="../tags/tag2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38.xml"/><Relationship Id="rId5" Type="http://schemas.openxmlformats.org/officeDocument/2006/relationships/tags" Target="../tags/tag37.xml"/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7" Type="http://schemas.openxmlformats.org/officeDocument/2006/relationships/tags" Target="../tags/tag51.xml"/><Relationship Id="rId6" Type="http://schemas.openxmlformats.org/officeDocument/2006/relationships/tags" Target="../tags/tag50.xml"/><Relationship Id="rId5" Type="http://schemas.openxmlformats.org/officeDocument/2006/relationships/tags" Target="../tags/tag49.xml"/><Relationship Id="rId4" Type="http://schemas.openxmlformats.org/officeDocument/2006/relationships/tags" Target="../tags/tag48.xml"/><Relationship Id="rId3" Type="http://schemas.openxmlformats.org/officeDocument/2006/relationships/tags" Target="../tags/tag47.xml"/><Relationship Id="rId2" Type="http://schemas.openxmlformats.org/officeDocument/2006/relationships/tags" Target="../tags/tag46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59.xml"/><Relationship Id="rId8" Type="http://schemas.openxmlformats.org/officeDocument/2006/relationships/tags" Target="../tags/tag58.xml"/><Relationship Id="rId7" Type="http://schemas.openxmlformats.org/officeDocument/2006/relationships/tags" Target="../tags/tag57.xml"/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5" Type="http://schemas.openxmlformats.org/officeDocument/2006/relationships/tags" Target="../tags/tag63.xml"/><Relationship Id="rId4" Type="http://schemas.openxmlformats.org/officeDocument/2006/relationships/tags" Target="../tags/tag62.xml"/><Relationship Id="rId3" Type="http://schemas.openxmlformats.org/officeDocument/2006/relationships/tags" Target="../tags/tag61.xml"/><Relationship Id="rId2" Type="http://schemas.openxmlformats.org/officeDocument/2006/relationships/tags" Target="../tags/tag60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tags" Target="../tags/tag68.xml"/><Relationship Id="rId2" Type="http://schemas.openxmlformats.org/officeDocument/2006/relationships/tags" Target="../tags/tag67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6" Type="http://schemas.openxmlformats.org/officeDocument/2006/relationships/tags" Target="../tags/tag75.xml"/><Relationship Id="rId5" Type="http://schemas.openxmlformats.org/officeDocument/2006/relationships/tags" Target="../tags/tag74.xml"/><Relationship Id="rId4" Type="http://schemas.openxmlformats.org/officeDocument/2006/relationships/tags" Target="../tags/tag73.xml"/><Relationship Id="rId3" Type="http://schemas.openxmlformats.org/officeDocument/2006/relationships/tags" Target="../tags/tag72.xml"/><Relationship Id="rId2" Type="http://schemas.openxmlformats.org/officeDocument/2006/relationships/tags" Target="../tags/tag71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9" Type="http://schemas.openxmlformats.org/officeDocument/2006/relationships/tags" Target="../tags/tag83.xml"/><Relationship Id="rId8" Type="http://schemas.openxmlformats.org/officeDocument/2006/relationships/tags" Target="../tags/tag82.xml"/><Relationship Id="rId7" Type="http://schemas.openxmlformats.org/officeDocument/2006/relationships/tags" Target="../tags/tag81.xml"/><Relationship Id="rId6" Type="http://schemas.openxmlformats.org/officeDocument/2006/relationships/tags" Target="../tags/tag80.xml"/><Relationship Id="rId5" Type="http://schemas.openxmlformats.org/officeDocument/2006/relationships/tags" Target="../tags/tag79.xml"/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1" Type="http://schemas.openxmlformats.org/officeDocument/2006/relationships/tags" Target="../tags/tag85.xml"/><Relationship Id="rId10" Type="http://schemas.openxmlformats.org/officeDocument/2006/relationships/tags" Target="../tags/tag84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9" Type="http://schemas.openxmlformats.org/officeDocument/2006/relationships/tags" Target="../tags/tag93.xml"/><Relationship Id="rId8" Type="http://schemas.openxmlformats.org/officeDocument/2006/relationships/tags" Target="../tags/tag92.xml"/><Relationship Id="rId7" Type="http://schemas.openxmlformats.org/officeDocument/2006/relationships/tags" Target="../tags/tag91.xml"/><Relationship Id="rId6" Type="http://schemas.openxmlformats.org/officeDocument/2006/relationships/tags" Target="../tags/tag90.xml"/><Relationship Id="rId5" Type="http://schemas.openxmlformats.org/officeDocument/2006/relationships/tags" Target="../tags/tag89.xml"/><Relationship Id="rId4" Type="http://schemas.openxmlformats.org/officeDocument/2006/relationships/tags" Target="../tags/tag88.xml"/><Relationship Id="rId3" Type="http://schemas.openxmlformats.org/officeDocument/2006/relationships/tags" Target="../tags/tag87.xml"/><Relationship Id="rId2" Type="http://schemas.openxmlformats.org/officeDocument/2006/relationships/tags" Target="../tags/tag86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9" Type="http://schemas.openxmlformats.org/officeDocument/2006/relationships/tags" Target="../tags/tag101.xml"/><Relationship Id="rId8" Type="http://schemas.openxmlformats.org/officeDocument/2006/relationships/tags" Target="../tags/tag100.xml"/><Relationship Id="rId7" Type="http://schemas.openxmlformats.org/officeDocument/2006/relationships/tags" Target="../tags/tag99.xml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3" Type="http://schemas.openxmlformats.org/officeDocument/2006/relationships/tags" Target="../tags/tag95.xml"/><Relationship Id="rId2" Type="http://schemas.openxmlformats.org/officeDocument/2006/relationships/tags" Target="../tags/tag94.xml"/><Relationship Id="rId10" Type="http://schemas.openxmlformats.org/officeDocument/2006/relationships/tags" Target="../tags/tag102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110.xml"/><Relationship Id="rId8" Type="http://schemas.openxmlformats.org/officeDocument/2006/relationships/tags" Target="../tags/tag109.xml"/><Relationship Id="rId7" Type="http://schemas.openxmlformats.org/officeDocument/2006/relationships/tags" Target="../tags/tag108.xml"/><Relationship Id="rId6" Type="http://schemas.openxmlformats.org/officeDocument/2006/relationships/tags" Target="../tags/tag107.xml"/><Relationship Id="rId5" Type="http://schemas.openxmlformats.org/officeDocument/2006/relationships/tags" Target="../tags/tag106.xml"/><Relationship Id="rId4" Type="http://schemas.openxmlformats.org/officeDocument/2006/relationships/tags" Target="../tags/tag105.xml"/><Relationship Id="rId3" Type="http://schemas.openxmlformats.org/officeDocument/2006/relationships/tags" Target="../tags/tag104.xml"/><Relationship Id="rId2" Type="http://schemas.openxmlformats.org/officeDocument/2006/relationships/tags" Target="../tags/tag103.xml"/><Relationship Id="rId18" Type="http://schemas.openxmlformats.org/officeDocument/2006/relationships/tags" Target="../tags/tag119.xml"/><Relationship Id="rId17" Type="http://schemas.openxmlformats.org/officeDocument/2006/relationships/tags" Target="../tags/tag118.xml"/><Relationship Id="rId16" Type="http://schemas.openxmlformats.org/officeDocument/2006/relationships/tags" Target="../tags/tag117.xml"/><Relationship Id="rId15" Type="http://schemas.openxmlformats.org/officeDocument/2006/relationships/tags" Target="../tags/tag116.xml"/><Relationship Id="rId14" Type="http://schemas.openxmlformats.org/officeDocument/2006/relationships/tags" Target="../tags/tag115.xml"/><Relationship Id="rId13" Type="http://schemas.openxmlformats.org/officeDocument/2006/relationships/tags" Target="../tags/tag114.xml"/><Relationship Id="rId12" Type="http://schemas.openxmlformats.org/officeDocument/2006/relationships/tags" Target="../tags/tag113.xml"/><Relationship Id="rId11" Type="http://schemas.openxmlformats.org/officeDocument/2006/relationships/tags" Target="../tags/tag112.xml"/><Relationship Id="rId10" Type="http://schemas.openxmlformats.org/officeDocument/2006/relationships/tags" Target="../tags/tag111.xml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9" Type="http://schemas.openxmlformats.org/officeDocument/2006/relationships/tags" Target="../tags/tag127.xml"/><Relationship Id="rId8" Type="http://schemas.openxmlformats.org/officeDocument/2006/relationships/tags" Target="../tags/tag126.xml"/><Relationship Id="rId7" Type="http://schemas.openxmlformats.org/officeDocument/2006/relationships/tags" Target="../tags/tag125.xml"/><Relationship Id="rId6" Type="http://schemas.openxmlformats.org/officeDocument/2006/relationships/tags" Target="../tags/tag124.xml"/><Relationship Id="rId5" Type="http://schemas.openxmlformats.org/officeDocument/2006/relationships/tags" Target="../tags/tag123.xml"/><Relationship Id="rId4" Type="http://schemas.openxmlformats.org/officeDocument/2006/relationships/tags" Target="../tags/tag122.xml"/><Relationship Id="rId3" Type="http://schemas.openxmlformats.org/officeDocument/2006/relationships/tags" Target="../tags/tag121.xml"/><Relationship Id="rId2" Type="http://schemas.openxmlformats.org/officeDocument/2006/relationships/tags" Target="../tags/tag120.xml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9" Type="http://schemas.openxmlformats.org/officeDocument/2006/relationships/tags" Target="../tags/tag135.xml"/><Relationship Id="rId8" Type="http://schemas.openxmlformats.org/officeDocument/2006/relationships/tags" Target="../tags/tag134.xml"/><Relationship Id="rId7" Type="http://schemas.openxmlformats.org/officeDocument/2006/relationships/tags" Target="../tags/tag133.xml"/><Relationship Id="rId6" Type="http://schemas.openxmlformats.org/officeDocument/2006/relationships/tags" Target="../tags/tag132.xml"/><Relationship Id="rId5" Type="http://schemas.openxmlformats.org/officeDocument/2006/relationships/tags" Target="../tags/tag131.xml"/><Relationship Id="rId4" Type="http://schemas.openxmlformats.org/officeDocument/2006/relationships/tags" Target="../tags/tag130.xml"/><Relationship Id="rId3" Type="http://schemas.openxmlformats.org/officeDocument/2006/relationships/tags" Target="../tags/tag129.xml"/><Relationship Id="rId2" Type="http://schemas.openxmlformats.org/officeDocument/2006/relationships/tags" Target="../tags/tag128.xml"/><Relationship Id="rId10" Type="http://schemas.openxmlformats.org/officeDocument/2006/relationships/tags" Target="../tags/tag136.xml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9" Type="http://schemas.openxmlformats.org/officeDocument/2006/relationships/tags" Target="../tags/tag153.xml"/><Relationship Id="rId8" Type="http://schemas.openxmlformats.org/officeDocument/2006/relationships/tags" Target="../tags/tag152.xml"/><Relationship Id="rId7" Type="http://schemas.openxmlformats.org/officeDocument/2006/relationships/tags" Target="../tags/tag151.xml"/><Relationship Id="rId6" Type="http://schemas.openxmlformats.org/officeDocument/2006/relationships/tags" Target="../tags/tag150.xml"/><Relationship Id="rId5" Type="http://schemas.openxmlformats.org/officeDocument/2006/relationships/tags" Target="../tags/tag149.xml"/><Relationship Id="rId4" Type="http://schemas.openxmlformats.org/officeDocument/2006/relationships/tags" Target="../tags/tag148.xml"/><Relationship Id="rId3" Type="http://schemas.openxmlformats.org/officeDocument/2006/relationships/tags" Target="../tags/tag147.xml"/><Relationship Id="rId2" Type="http://schemas.openxmlformats.org/officeDocument/2006/relationships/tags" Target="../tags/tag146.xml"/><Relationship Id="rId15" Type="http://schemas.openxmlformats.org/officeDocument/2006/relationships/tags" Target="../tags/tag159.xml"/><Relationship Id="rId14" Type="http://schemas.openxmlformats.org/officeDocument/2006/relationships/tags" Target="../tags/tag158.xml"/><Relationship Id="rId13" Type="http://schemas.openxmlformats.org/officeDocument/2006/relationships/tags" Target="../tags/tag157.xml"/><Relationship Id="rId12" Type="http://schemas.openxmlformats.org/officeDocument/2006/relationships/tags" Target="../tags/tag156.xml"/><Relationship Id="rId11" Type="http://schemas.openxmlformats.org/officeDocument/2006/relationships/tags" Target="../tags/tag155.xml"/><Relationship Id="rId10" Type="http://schemas.openxmlformats.org/officeDocument/2006/relationships/tags" Target="../tags/tag154.xml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9" Type="http://schemas.openxmlformats.org/officeDocument/2006/relationships/tags" Target="../tags/tag167.xml"/><Relationship Id="rId8" Type="http://schemas.openxmlformats.org/officeDocument/2006/relationships/tags" Target="../tags/tag166.xml"/><Relationship Id="rId7" Type="http://schemas.openxmlformats.org/officeDocument/2006/relationships/tags" Target="../tags/tag165.xml"/><Relationship Id="rId6" Type="http://schemas.openxmlformats.org/officeDocument/2006/relationships/tags" Target="../tags/tag164.xml"/><Relationship Id="rId5" Type="http://schemas.openxmlformats.org/officeDocument/2006/relationships/tags" Target="../tags/tag163.xml"/><Relationship Id="rId4" Type="http://schemas.openxmlformats.org/officeDocument/2006/relationships/tags" Target="../tags/tag162.xml"/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9" Type="http://schemas.openxmlformats.org/officeDocument/2006/relationships/tags" Target="../tags/tag177.xml"/><Relationship Id="rId18" Type="http://schemas.openxmlformats.org/officeDocument/2006/relationships/tags" Target="../tags/tag176.xml"/><Relationship Id="rId17" Type="http://schemas.openxmlformats.org/officeDocument/2006/relationships/tags" Target="../tags/tag175.xml"/><Relationship Id="rId16" Type="http://schemas.openxmlformats.org/officeDocument/2006/relationships/tags" Target="../tags/tag174.xml"/><Relationship Id="rId15" Type="http://schemas.openxmlformats.org/officeDocument/2006/relationships/tags" Target="../tags/tag173.xml"/><Relationship Id="rId14" Type="http://schemas.openxmlformats.org/officeDocument/2006/relationships/tags" Target="../tags/tag172.xml"/><Relationship Id="rId13" Type="http://schemas.openxmlformats.org/officeDocument/2006/relationships/tags" Target="../tags/tag171.xml"/><Relationship Id="rId12" Type="http://schemas.openxmlformats.org/officeDocument/2006/relationships/tags" Target="../tags/tag170.xml"/><Relationship Id="rId11" Type="http://schemas.openxmlformats.org/officeDocument/2006/relationships/tags" Target="../tags/tag169.xml"/><Relationship Id="rId10" Type="http://schemas.openxmlformats.org/officeDocument/2006/relationships/tags" Target="../tags/tag168.xml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9" Type="http://schemas.openxmlformats.org/officeDocument/2006/relationships/tags" Target="../tags/tag185.xml"/><Relationship Id="rId8" Type="http://schemas.openxmlformats.org/officeDocument/2006/relationships/tags" Target="../tags/tag184.xml"/><Relationship Id="rId7" Type="http://schemas.openxmlformats.org/officeDocument/2006/relationships/tags" Target="../tags/tag183.xml"/><Relationship Id="rId6" Type="http://schemas.openxmlformats.org/officeDocument/2006/relationships/tags" Target="../tags/tag182.xml"/><Relationship Id="rId5" Type="http://schemas.openxmlformats.org/officeDocument/2006/relationships/tags" Target="../tags/tag181.xml"/><Relationship Id="rId4" Type="http://schemas.openxmlformats.org/officeDocument/2006/relationships/tags" Target="../tags/tag180.xml"/><Relationship Id="rId3" Type="http://schemas.openxmlformats.org/officeDocument/2006/relationships/tags" Target="../tags/tag179.xml"/><Relationship Id="rId2" Type="http://schemas.openxmlformats.org/officeDocument/2006/relationships/tags" Target="../tags/tag178.xml"/><Relationship Id="rId14" Type="http://schemas.openxmlformats.org/officeDocument/2006/relationships/tags" Target="../tags/tag190.xml"/><Relationship Id="rId13" Type="http://schemas.openxmlformats.org/officeDocument/2006/relationships/tags" Target="../tags/tag189.xml"/><Relationship Id="rId12" Type="http://schemas.openxmlformats.org/officeDocument/2006/relationships/tags" Target="../tags/tag188.xml"/><Relationship Id="rId11" Type="http://schemas.openxmlformats.org/officeDocument/2006/relationships/tags" Target="../tags/tag187.xml"/><Relationship Id="rId10" Type="http://schemas.openxmlformats.org/officeDocument/2006/relationships/tags" Target="../tags/tag186.xml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9" Type="http://schemas.openxmlformats.org/officeDocument/2006/relationships/tags" Target="../tags/tag198.xml"/><Relationship Id="rId8" Type="http://schemas.openxmlformats.org/officeDocument/2006/relationships/tags" Target="../tags/tag197.xml"/><Relationship Id="rId7" Type="http://schemas.openxmlformats.org/officeDocument/2006/relationships/tags" Target="../tags/tag196.xml"/><Relationship Id="rId6" Type="http://schemas.openxmlformats.org/officeDocument/2006/relationships/tags" Target="../tags/tag195.xml"/><Relationship Id="rId5" Type="http://schemas.openxmlformats.org/officeDocument/2006/relationships/tags" Target="../tags/tag194.xml"/><Relationship Id="rId4" Type="http://schemas.openxmlformats.org/officeDocument/2006/relationships/tags" Target="../tags/tag193.xml"/><Relationship Id="rId3" Type="http://schemas.openxmlformats.org/officeDocument/2006/relationships/tags" Target="../tags/tag192.xml"/><Relationship Id="rId2" Type="http://schemas.openxmlformats.org/officeDocument/2006/relationships/tags" Target="../tags/tag191.xml"/><Relationship Id="rId12" Type="http://schemas.openxmlformats.org/officeDocument/2006/relationships/tags" Target="../tags/tag201.xml"/><Relationship Id="rId11" Type="http://schemas.openxmlformats.org/officeDocument/2006/relationships/tags" Target="../tags/tag200.xml"/><Relationship Id="rId10" Type="http://schemas.openxmlformats.org/officeDocument/2006/relationships/tags" Target="../tags/tag199.xml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9" Type="http://schemas.openxmlformats.org/officeDocument/2006/relationships/tags" Target="../tags/tag209.xml"/><Relationship Id="rId8" Type="http://schemas.openxmlformats.org/officeDocument/2006/relationships/tags" Target="../tags/tag208.xml"/><Relationship Id="rId7" Type="http://schemas.openxmlformats.org/officeDocument/2006/relationships/tags" Target="../tags/tag207.xml"/><Relationship Id="rId6" Type="http://schemas.openxmlformats.org/officeDocument/2006/relationships/tags" Target="../tags/tag206.xml"/><Relationship Id="rId5" Type="http://schemas.openxmlformats.org/officeDocument/2006/relationships/tags" Target="../tags/tag205.xml"/><Relationship Id="rId4" Type="http://schemas.openxmlformats.org/officeDocument/2006/relationships/tags" Target="../tags/tag204.xml"/><Relationship Id="rId3" Type="http://schemas.openxmlformats.org/officeDocument/2006/relationships/tags" Target="../tags/tag203.xml"/><Relationship Id="rId2" Type="http://schemas.openxmlformats.org/officeDocument/2006/relationships/tags" Target="../tags/tag202.xml"/><Relationship Id="rId15" Type="http://schemas.openxmlformats.org/officeDocument/2006/relationships/tags" Target="../tags/tag215.xml"/><Relationship Id="rId14" Type="http://schemas.openxmlformats.org/officeDocument/2006/relationships/tags" Target="../tags/tag214.xml"/><Relationship Id="rId13" Type="http://schemas.openxmlformats.org/officeDocument/2006/relationships/tags" Target="../tags/tag213.xml"/><Relationship Id="rId12" Type="http://schemas.openxmlformats.org/officeDocument/2006/relationships/tags" Target="../tags/tag212.xml"/><Relationship Id="rId11" Type="http://schemas.openxmlformats.org/officeDocument/2006/relationships/tags" Target="../tags/tag211.xml"/><Relationship Id="rId10" Type="http://schemas.openxmlformats.org/officeDocument/2006/relationships/tags" Target="../tags/tag210.xml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9" Type="http://schemas.openxmlformats.org/officeDocument/2006/relationships/tags" Target="../tags/tag223.xml"/><Relationship Id="rId8" Type="http://schemas.openxmlformats.org/officeDocument/2006/relationships/tags" Target="../tags/tag222.xml"/><Relationship Id="rId7" Type="http://schemas.openxmlformats.org/officeDocument/2006/relationships/tags" Target="../tags/tag221.xml"/><Relationship Id="rId6" Type="http://schemas.openxmlformats.org/officeDocument/2006/relationships/tags" Target="../tags/tag220.xml"/><Relationship Id="rId5" Type="http://schemas.openxmlformats.org/officeDocument/2006/relationships/tags" Target="../tags/tag219.xml"/><Relationship Id="rId4" Type="http://schemas.openxmlformats.org/officeDocument/2006/relationships/tags" Target="../tags/tag218.xml"/><Relationship Id="rId3" Type="http://schemas.openxmlformats.org/officeDocument/2006/relationships/tags" Target="../tags/tag217.xml"/><Relationship Id="rId2" Type="http://schemas.openxmlformats.org/officeDocument/2006/relationships/tags" Target="../tags/tag216.xml"/><Relationship Id="rId14" Type="http://schemas.openxmlformats.org/officeDocument/2006/relationships/tags" Target="../tags/tag228.xml"/><Relationship Id="rId13" Type="http://schemas.openxmlformats.org/officeDocument/2006/relationships/tags" Target="../tags/tag227.xml"/><Relationship Id="rId12" Type="http://schemas.openxmlformats.org/officeDocument/2006/relationships/tags" Target="../tags/tag226.xml"/><Relationship Id="rId11" Type="http://schemas.openxmlformats.org/officeDocument/2006/relationships/tags" Target="../tags/tag225.xml"/><Relationship Id="rId10" Type="http://schemas.openxmlformats.org/officeDocument/2006/relationships/tags" Target="../tags/tag224.xml"/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9" Type="http://schemas.openxmlformats.org/officeDocument/2006/relationships/tags" Target="../tags/tag236.xml"/><Relationship Id="rId8" Type="http://schemas.openxmlformats.org/officeDocument/2006/relationships/tags" Target="../tags/tag235.xml"/><Relationship Id="rId7" Type="http://schemas.openxmlformats.org/officeDocument/2006/relationships/tags" Target="../tags/tag234.xml"/><Relationship Id="rId6" Type="http://schemas.openxmlformats.org/officeDocument/2006/relationships/tags" Target="../tags/tag233.xml"/><Relationship Id="rId5" Type="http://schemas.openxmlformats.org/officeDocument/2006/relationships/tags" Target="../tags/tag232.xml"/><Relationship Id="rId4" Type="http://schemas.openxmlformats.org/officeDocument/2006/relationships/tags" Target="../tags/tag231.xml"/><Relationship Id="rId3" Type="http://schemas.openxmlformats.org/officeDocument/2006/relationships/tags" Target="../tags/tag230.xml"/><Relationship Id="rId2" Type="http://schemas.openxmlformats.org/officeDocument/2006/relationships/tags" Target="../tags/tag229.xml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9" Type="http://schemas.openxmlformats.org/officeDocument/2006/relationships/tags" Target="../tags/tag244.xml"/><Relationship Id="rId8" Type="http://schemas.openxmlformats.org/officeDocument/2006/relationships/tags" Target="../tags/tag243.xml"/><Relationship Id="rId7" Type="http://schemas.openxmlformats.org/officeDocument/2006/relationships/tags" Target="../tags/tag242.xml"/><Relationship Id="rId6" Type="http://schemas.openxmlformats.org/officeDocument/2006/relationships/tags" Target="../tags/tag241.xml"/><Relationship Id="rId5" Type="http://schemas.openxmlformats.org/officeDocument/2006/relationships/tags" Target="../tags/tag240.xml"/><Relationship Id="rId4" Type="http://schemas.openxmlformats.org/officeDocument/2006/relationships/tags" Target="../tags/tag239.xml"/><Relationship Id="rId3" Type="http://schemas.openxmlformats.org/officeDocument/2006/relationships/tags" Target="../tags/tag238.xml"/><Relationship Id="rId2" Type="http://schemas.openxmlformats.org/officeDocument/2006/relationships/tags" Target="../tags/tag237.xml"/><Relationship Id="rId11" Type="http://schemas.openxmlformats.org/officeDocument/2006/relationships/tags" Target="../tags/tag246.xml"/><Relationship Id="rId10" Type="http://schemas.openxmlformats.org/officeDocument/2006/relationships/tags" Target="../tags/tag245.xml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4" Type="http://schemas.openxmlformats.org/officeDocument/2006/relationships/tags" Target="../tags/tag249.xml"/><Relationship Id="rId3" Type="http://schemas.openxmlformats.org/officeDocument/2006/relationships/tags" Target="../tags/tag248.xml"/><Relationship Id="rId2" Type="http://schemas.openxmlformats.org/officeDocument/2006/relationships/tags" Target="../tags/tag247.xml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3968" y="136131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3968" y="384098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84" y="482457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556" y="1524000"/>
            <a:ext cx="10972888" cy="47244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7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0" name="灯片编号占位符 9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457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584" y="1523857"/>
            <a:ext cx="5257842" cy="47244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22060" y="1524000"/>
            <a:ext cx="5266690" cy="47244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页脚占位符 11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日期占位符 1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5" name="灯片编号占位符 14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601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7060" y="1524000"/>
            <a:ext cx="5257842" cy="914407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540000"/>
            <a:ext cx="5257800" cy="37084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324411" y="1523712"/>
            <a:ext cx="5257842" cy="914407"/>
          </a:xfrm>
        </p:spPr>
        <p:txBody>
          <a:bodyPr anchor="ctr" anchorCtr="0"/>
          <a:lstStyle>
            <a:lvl1pPr marL="0" indent="0">
              <a:buNone/>
              <a:defRPr sz="2800"/>
            </a:lvl1pPr>
            <a:lvl2pPr marL="457200" indent="0">
              <a:buNone/>
              <a:defRPr sz="2400"/>
            </a:lvl2pPr>
            <a:lvl3pPr marL="914400" indent="0">
              <a:buNone/>
              <a:defRPr sz="2000"/>
            </a:lvl3pPr>
            <a:lvl4pPr marL="1371600" indent="0">
              <a:buNone/>
              <a:defRPr sz="1800"/>
            </a:lvl4pPr>
            <a:lvl5pPr marL="1828800" indent="0">
              <a:buNone/>
              <a:defRPr sz="1800"/>
            </a:lvl5pPr>
            <a:lvl6pPr marL="2286000" indent="0">
              <a:buNone/>
              <a:defRPr sz="1800"/>
            </a:lvl6pPr>
            <a:lvl7pPr marL="2743200" indent="0">
              <a:buNone/>
              <a:defRPr sz="1800"/>
            </a:lvl7pPr>
            <a:lvl8pPr marL="3200400" indent="0">
              <a:buNone/>
              <a:defRPr sz="1800"/>
            </a:lvl8pPr>
            <a:lvl9pPr marL="3657600" indent="0">
              <a:buNone/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324600" y="2540000"/>
            <a:ext cx="5257800" cy="370843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9" name="日期占位符 18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20" name="页脚占位符 19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21" name="灯片编号占位符 20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>
          <a:xfrm>
            <a:off x="8877300" y="6314440"/>
            <a:ext cx="2709545" cy="316865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56" y="482473"/>
            <a:ext cx="10972888" cy="71120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1" name="灯片编号占位符 10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584" y="609457"/>
            <a:ext cx="355602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772660" y="609600"/>
            <a:ext cx="6807254" cy="5638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2311400"/>
            <a:ext cx="3556000" cy="3937031"/>
          </a:xfrm>
        </p:spPr>
        <p:txBody>
          <a:bodyPr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30" name="页脚占位符 29"/>
          <p:cNvSpPr>
            <a:spLocks noGrp="1"/>
          </p:cNvSpPr>
          <p:nvPr>
            <p:ph type="ftr" sz="quarter" idx="3"/>
            <p:custDataLst>
              <p:tags r:id="rId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31" name="灯片编号占位符 30"/>
          <p:cNvSpPr>
            <a:spLocks noGrp="1"/>
          </p:cNvSpPr>
          <p:nvPr>
            <p:ph type="sldNum" sz="quarter" idx="4"/>
            <p:custDataLst>
              <p:tags r:id="rId3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32" name="日期占位符 31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603250" y="6314440"/>
            <a:ext cx="2708910" cy="316865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547860" y="609600"/>
            <a:ext cx="2032016" cy="563884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609600"/>
            <a:ext cx="8636069" cy="563880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09600" y="609600"/>
            <a:ext cx="10973435" cy="563880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12" name="日期占位符 11"/>
          <p:cNvSpPr>
            <a:spLocks noGrp="1"/>
          </p:cNvSpPr>
          <p:nvPr>
            <p:ph type="dt" sz="half" idx="2"/>
            <p:custDataLst>
              <p:tags r:id="rId2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3" name="页脚占位符 12"/>
          <p:cNvSpPr>
            <a:spLocks noGrp="1"/>
          </p:cNvSpPr>
          <p:nvPr>
            <p:ph type="ftr" sz="quarter" idx="3"/>
            <p:custDataLst>
              <p:tags r:id="rId3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4" name="灯片编号占位符 13"/>
          <p:cNvSpPr>
            <a:spLocks noGrp="1"/>
          </p:cNvSpPr>
          <p:nvPr>
            <p:ph type="sldNum" sz="quarter" idx="4"/>
            <p:custDataLst>
              <p:tags r:id="rId4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0095" cy="6858000"/>
          </a:xfrm>
          <a:prstGeom prst="rect">
            <a:avLst/>
          </a:prstGeom>
          <a:gradFill>
            <a:gsLst>
              <a:gs pos="0">
                <a:schemeClr val="bg2">
                  <a:lumMod val="92000"/>
                </a:schemeClr>
              </a:gs>
              <a:gs pos="100000">
                <a:schemeClr val="bg1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6" name="标题"/>
          <p:cNvSpPr txBox="1">
            <a:spLocks noGrp="1"/>
          </p:cNvSpPr>
          <p:nvPr>
            <p:ph type="title" idx="1" hasCustomPrompt="1"/>
            <p:custDataLst>
              <p:tags r:id="rId3"/>
            </p:custDataLst>
          </p:nvPr>
        </p:nvSpPr>
        <p:spPr>
          <a:xfrm>
            <a:off x="4391953" y="2821599"/>
            <a:ext cx="779487" cy="1214803"/>
          </a:xfrm>
          <a:prstGeom prst="rect">
            <a:avLst/>
          </a:prstGeom>
          <a:noFill/>
        </p:spPr>
        <p:txBody>
          <a:bodyPr wrap="square" lIns="0" tIns="0" rIns="0" bIns="0" rtlCol="0" anchor="ctr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zh-CN" altLang="en-US" sz="5400" b="1" i="0" u="none" strike="noStrike" kern="1200" cap="none" spc="30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标题</a:t>
            </a:r>
            <a:endParaRPr dirty="0">
              <a:sym typeface="+mn-ea"/>
            </a:endParaRPr>
          </a:p>
        </p:txBody>
      </p:sp>
      <p:sp>
        <p:nvSpPr>
          <p:cNvPr id="17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8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9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9" name="任意多边形: 形状 8"/>
          <p:cNvSpPr/>
          <p:nvPr userDrawn="1">
            <p:custDataLst>
              <p:tags r:id="rId7"/>
            </p:custDataLst>
          </p:nvPr>
        </p:nvSpPr>
        <p:spPr>
          <a:xfrm>
            <a:off x="635" y="3260090"/>
            <a:ext cx="3695065" cy="3597910"/>
          </a:xfrm>
          <a:custGeom>
            <a:avLst/>
            <a:gdLst>
              <a:gd name="connsiteX0" fmla="*/ 736674 w 3699837"/>
              <a:gd name="connsiteY0" fmla="*/ 1 h 3598032"/>
              <a:gd name="connsiteX1" fmla="*/ 1521677 w 3699837"/>
              <a:gd name="connsiteY1" fmla="*/ 325103 h 3598032"/>
              <a:gd name="connsiteX2" fmla="*/ 3699837 w 3699837"/>
              <a:gd name="connsiteY2" fmla="*/ 2503264 h 3598032"/>
              <a:gd name="connsiteX3" fmla="*/ 2605068 w 3699837"/>
              <a:gd name="connsiteY3" fmla="*/ 3598032 h 3598032"/>
              <a:gd name="connsiteX4" fmla="*/ 1654210 w 3699837"/>
              <a:gd name="connsiteY4" fmla="*/ 3598032 h 3598032"/>
              <a:gd name="connsiteX5" fmla="*/ 0 w 3699837"/>
              <a:gd name="connsiteY5" fmla="*/ 1943822 h 3598032"/>
              <a:gd name="connsiteX6" fmla="*/ 144 w 3699837"/>
              <a:gd name="connsiteY6" fmla="*/ 281376 h 3598032"/>
              <a:gd name="connsiteX7" fmla="*/ 35939 w 3699837"/>
              <a:gd name="connsiteY7" fmla="*/ 249020 h 3598032"/>
              <a:gd name="connsiteX8" fmla="*/ 736674 w 3699837"/>
              <a:gd name="connsiteY8" fmla="*/ 1 h 35980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699837" h="3598032">
                <a:moveTo>
                  <a:pt x="736674" y="1"/>
                </a:moveTo>
                <a:cubicBezTo>
                  <a:pt x="1020799" y="-24"/>
                  <a:pt x="1304915" y="108342"/>
                  <a:pt x="1521677" y="325103"/>
                </a:cubicBezTo>
                <a:lnTo>
                  <a:pt x="3699837" y="2503264"/>
                </a:lnTo>
                <a:lnTo>
                  <a:pt x="2605068" y="3598032"/>
                </a:lnTo>
                <a:lnTo>
                  <a:pt x="1654210" y="3598032"/>
                </a:lnTo>
                <a:lnTo>
                  <a:pt x="0" y="1943822"/>
                </a:lnTo>
                <a:lnTo>
                  <a:pt x="144" y="281376"/>
                </a:lnTo>
                <a:lnTo>
                  <a:pt x="35939" y="249020"/>
                </a:lnTo>
                <a:cubicBezTo>
                  <a:pt x="239448" y="83031"/>
                  <a:pt x="488064" y="22"/>
                  <a:pt x="736674" y="1"/>
                </a:cubicBezTo>
                <a:close/>
              </a:path>
            </a:pathLst>
          </a:custGeom>
          <a:gradFill flip="none" rotWithShape="1">
            <a:gsLst>
              <a:gs pos="87000">
                <a:schemeClr val="accent1">
                  <a:alpha val="0"/>
                  <a:lumMod val="2000"/>
                  <a:lumOff val="98000"/>
                </a:schemeClr>
              </a:gs>
              <a:gs pos="0">
                <a:schemeClr val="accent1">
                  <a:lumMod val="3000"/>
                  <a:lumOff val="97000"/>
                </a:schemeClr>
              </a:gs>
            </a:gsLst>
            <a:lin ang="2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zh-CN" altLang="en-US"/>
          </a:p>
        </p:txBody>
      </p:sp>
      <p:sp>
        <p:nvSpPr>
          <p:cNvPr id="4" name="任意多边形: 形状 3"/>
          <p:cNvSpPr/>
          <p:nvPr userDrawn="1">
            <p:custDataLst>
              <p:tags r:id="rId8"/>
            </p:custDataLst>
          </p:nvPr>
        </p:nvSpPr>
        <p:spPr>
          <a:xfrm>
            <a:off x="0" y="4176395"/>
            <a:ext cx="2851785" cy="2681605"/>
          </a:xfrm>
          <a:custGeom>
            <a:avLst/>
            <a:gdLst>
              <a:gd name="connsiteX0" fmla="*/ 406010 w 2844974"/>
              <a:gd name="connsiteY0" fmla="*/ 0 h 2696845"/>
              <a:gd name="connsiteX1" fmla="*/ 2543439 w 2844974"/>
              <a:gd name="connsiteY1" fmla="*/ 2137429 h 2696845"/>
              <a:gd name="connsiteX2" fmla="*/ 2822872 w 2844974"/>
              <a:gd name="connsiteY2" fmla="*/ 2606335 h 2696845"/>
              <a:gd name="connsiteX3" fmla="*/ 2844974 w 2844974"/>
              <a:gd name="connsiteY3" fmla="*/ 2696845 h 2696845"/>
              <a:gd name="connsiteX4" fmla="*/ 78 w 2844974"/>
              <a:gd name="connsiteY4" fmla="*/ 2696747 h 2696845"/>
              <a:gd name="connsiteX5" fmla="*/ 0 w 2844974"/>
              <a:gd name="connsiteY5" fmla="*/ 406010 h 2696845"/>
              <a:gd name="connsiteX6" fmla="*/ 406010 w 2844974"/>
              <a:gd name="connsiteY6" fmla="*/ 0 h 26968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844974" h="2696845">
                <a:moveTo>
                  <a:pt x="406010" y="0"/>
                </a:moveTo>
                <a:lnTo>
                  <a:pt x="2543439" y="2137429"/>
                </a:lnTo>
                <a:cubicBezTo>
                  <a:pt x="2678919" y="2272909"/>
                  <a:pt x="2772063" y="2434691"/>
                  <a:pt x="2822872" y="2606335"/>
                </a:cubicBezTo>
                <a:lnTo>
                  <a:pt x="2844974" y="2696845"/>
                </a:lnTo>
                <a:lnTo>
                  <a:pt x="78" y="2696747"/>
                </a:lnTo>
                <a:lnTo>
                  <a:pt x="0" y="406010"/>
                </a:lnTo>
                <a:lnTo>
                  <a:pt x="406010" y="0"/>
                </a:lnTo>
                <a:close/>
              </a:path>
            </a:pathLst>
          </a:custGeom>
          <a:gradFill flip="none" rotWithShape="1">
            <a:gsLst>
              <a:gs pos="0">
                <a:srgbClr val="FFFFFF">
                  <a:alpha val="0"/>
                </a:srgbClr>
              </a:gs>
              <a:gs pos="56000">
                <a:schemeClr val="accent1">
                  <a:alpha val="34000"/>
                </a:schemeClr>
              </a:gs>
              <a:gs pos="98000">
                <a:schemeClr val="accent1">
                  <a:alpha val="5500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/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封面页_1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0095" cy="6858000"/>
          </a:xfrm>
          <a:prstGeom prst="rect">
            <a:avLst/>
          </a:prstGeom>
          <a:gradFill>
            <a:gsLst>
              <a:gs pos="0">
                <a:schemeClr val="bg2">
                  <a:lumMod val="92000"/>
                </a:schemeClr>
              </a:gs>
              <a:gs pos="100000">
                <a:schemeClr val="bg1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 userDrawn="1">
            <p:custDataLst>
              <p:tags r:id="rId3"/>
            </p:custDataLst>
          </p:nvPr>
        </p:nvSpPr>
        <p:spPr>
          <a:xfrm flipH="1">
            <a:off x="8610600" y="1253806"/>
            <a:ext cx="1763395" cy="1763395"/>
          </a:xfrm>
          <a:prstGeom prst="ellipse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1">
                  <a:alpha val="17000"/>
                </a:schemeClr>
              </a:gs>
            </a:gsLst>
            <a:lin ang="20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Microsoft YaHei UI" panose="020B0503020204020204" charset="-122"/>
              <a:ea typeface="Microsoft YaHei UI" panose="020B0503020204020204" charset="-122"/>
              <a:sym typeface="+mn-ea"/>
            </a:endParaRPr>
          </a:p>
        </p:txBody>
      </p:sp>
      <p:sp>
        <p:nvSpPr>
          <p:cNvPr id="11" name="矩形: 圆顶角 13"/>
          <p:cNvSpPr/>
          <p:nvPr userDrawn="1">
            <p:custDataLst>
              <p:tags r:id="rId4"/>
            </p:custDataLst>
          </p:nvPr>
        </p:nvSpPr>
        <p:spPr>
          <a:xfrm rot="8100000" flipH="1">
            <a:off x="1561337" y="2210865"/>
            <a:ext cx="2029437" cy="3830417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87000">
                <a:srgbClr val="FFFFFF">
                  <a:alpha val="0"/>
                </a:srgbClr>
              </a:gs>
              <a:gs pos="0">
                <a:schemeClr val="accent1">
                  <a:lumMod val="0"/>
                  <a:lumOff val="10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Microsoft YaHei UI" panose="020B0503020204020204" charset="-122"/>
              <a:ea typeface="Microsoft YaHei UI" panose="020B0503020204020204" charset="-122"/>
              <a:cs typeface="MiSans" panose="00000500000000000000" charset="-122"/>
            </a:endParaRPr>
          </a:p>
        </p:txBody>
      </p:sp>
      <p:sp>
        <p:nvSpPr>
          <p:cNvPr id="15" name="日期占位符 3"/>
          <p:cNvSpPr>
            <a:spLocks noGrp="1"/>
          </p:cNvSpPr>
          <p:nvPr>
            <p:ph type="dt" sz="half" idx="16385"/>
            <p:custDataLst>
              <p:tags r:id="rId5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页脚占位符 4"/>
          <p:cNvSpPr>
            <a:spLocks noGrp="1"/>
          </p:cNvSpPr>
          <p:nvPr>
            <p:ph type="ftr" sz="quarter" idx="16386"/>
            <p:custDataLst>
              <p:tags r:id="rId6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7" name="灯片编号占位符 5"/>
          <p:cNvSpPr>
            <a:spLocks noGrp="1"/>
          </p:cNvSpPr>
          <p:nvPr>
            <p:ph type="sldNum" sz="quarter" idx="16387"/>
            <p:custDataLst>
              <p:tags r:id="rId7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Text Placeholder 6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5078942" y="1651000"/>
            <a:ext cx="60970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20XX YEAR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矩形: 圆顶角 12"/>
          <p:cNvSpPr/>
          <p:nvPr userDrawn="1">
            <p:custDataLst>
              <p:tags r:id="rId9"/>
            </p:custDataLst>
          </p:nvPr>
        </p:nvSpPr>
        <p:spPr>
          <a:xfrm rot="18900000" flipH="1">
            <a:off x="1864646" y="998280"/>
            <a:ext cx="2029437" cy="3777696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56000">
                <a:schemeClr val="accent1">
                  <a:alpha val="34000"/>
                </a:schemeClr>
              </a:gs>
              <a:gs pos="98000">
                <a:schemeClr val="accent1">
                  <a:alpha val="5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latin typeface="Microsoft YaHei UI" panose="020B0503020204020204" charset="-122"/>
              <a:ea typeface="Microsoft YaHei UI" panose="020B0503020204020204" charset="-122"/>
              <a:cs typeface="MiSans" panose="00000500000000000000" charset="-122"/>
              <a:sym typeface="+mn-ea"/>
            </a:endParaRPr>
          </a:p>
        </p:txBody>
      </p:sp>
      <p:sp>
        <p:nvSpPr>
          <p:cNvPr id="13" name="标题"/>
          <p:cNvSpPr txBox="1">
            <a:spLocks noGrp="1"/>
          </p:cNvSpPr>
          <p:nvPr>
            <p:ph type="title" idx="16388" hasCustomPrompt="1"/>
            <p:custDataLst>
              <p:tags r:id="rId10"/>
            </p:custDataLst>
          </p:nvPr>
        </p:nvSpPr>
        <p:spPr>
          <a:xfrm>
            <a:off x="4823354" y="2159000"/>
            <a:ext cx="6352646" cy="2540000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normAutofit/>
          </a:bodyPr>
          <a:lstStyle>
            <a:lvl1pPr marL="0" marR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6000" b="1" i="0" u="none" strike="noStrike" kern="1200" cap="none" spc="0" normalizeH="0" baseline="0" noProof="1" dirty="0"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</a:defRPr>
            </a:lvl1pPr>
          </a:lstStyle>
          <a:p>
            <a:pPr lvl="0" algn="r"/>
            <a:r>
              <a:rPr dirty="0"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单击此处
添加文档标题</a:t>
            </a:r>
            <a:endParaRPr dirty="0">
              <a:latin typeface="Microsoft YaHei UI" panose="020B0503020204020204" charset="-122"/>
              <a:ea typeface="Microsoft YaHei UI" panose="020B0503020204020204" charset="-122"/>
              <a:sym typeface="+mn-ea"/>
            </a:endParaRPr>
          </a:p>
        </p:txBody>
      </p:sp>
      <p:sp>
        <p:nvSpPr>
          <p:cNvPr id="19" name="署名占位符 10"/>
          <p:cNvSpPr>
            <a:spLocks noGrp="1"/>
          </p:cNvSpPr>
          <p:nvPr>
            <p:ph type="body" sz="quarter" idx="16390" hasCustomPrompt="1"/>
            <p:custDataLst>
              <p:tags r:id="rId11"/>
            </p:custDataLst>
          </p:nvPr>
        </p:nvSpPr>
        <p:spPr>
          <a:xfrm>
            <a:off x="8635118" y="4749800"/>
            <a:ext cx="2540882" cy="5334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</p:spPr>
        <p:txBody>
          <a:bodyPr vert="horz" wrap="square" lIns="0" tIns="0" rIns="0" bIns="0" anchor="ctr" anchorCtr="0">
            <a:normAutofit/>
          </a:bodyPr>
          <a:lstStyle>
            <a:lvl1pPr marL="0" indent="0" algn="ctr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000" spc="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BY WPS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0095" cy="6858000"/>
          </a:xfrm>
          <a:prstGeom prst="rect">
            <a:avLst/>
          </a:prstGeom>
          <a:gradFill>
            <a:gsLst>
              <a:gs pos="0">
                <a:schemeClr val="bg2">
                  <a:lumMod val="92000"/>
                </a:schemeClr>
              </a:gs>
              <a:gs pos="100000">
                <a:schemeClr val="bg1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6385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16386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16387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4" name="矩形: 圆顶角 12"/>
          <p:cNvSpPr/>
          <p:nvPr userDrawn="1">
            <p:custDataLst>
              <p:tags r:id="rId6"/>
            </p:custDataLst>
          </p:nvPr>
        </p:nvSpPr>
        <p:spPr>
          <a:xfrm rot="2160000" flipH="1">
            <a:off x="2314395" y="2028634"/>
            <a:ext cx="1498714" cy="2882836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56000">
                <a:schemeClr val="accent1">
                  <a:alpha val="34000"/>
                </a:schemeClr>
              </a:gs>
              <a:gs pos="98000">
                <a:schemeClr val="accent1">
                  <a:alpha val="5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cs typeface="MiSans" panose="00000500000000000000" charset="-122"/>
              <a:sym typeface="+mn-ea"/>
            </a:endParaRPr>
          </a:p>
        </p:txBody>
      </p:sp>
      <p:sp>
        <p:nvSpPr>
          <p:cNvPr id="15" name="矩形: 圆顶角 13"/>
          <p:cNvSpPr/>
          <p:nvPr userDrawn="1">
            <p:custDataLst>
              <p:tags r:id="rId7"/>
            </p:custDataLst>
          </p:nvPr>
        </p:nvSpPr>
        <p:spPr>
          <a:xfrm rot="12960000" flipH="1">
            <a:off x="1374377" y="1923376"/>
            <a:ext cx="1498714" cy="2923057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87000">
                <a:schemeClr val="accent1">
                  <a:alpha val="0"/>
                  <a:lumMod val="0"/>
                  <a:lumOff val="100000"/>
                </a:schemeClr>
              </a:gs>
              <a:gs pos="0">
                <a:schemeClr val="accent1">
                  <a:lumMod val="5000"/>
                  <a:lumOff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cs typeface="MiSans" panose="00000500000000000000" charset="-122"/>
            </a:endParaRPr>
          </a:p>
        </p:txBody>
      </p:sp>
      <p:sp>
        <p:nvSpPr>
          <p:cNvPr id="9" name="标题"/>
          <p:cNvSpPr txBox="1">
            <a:spLocks noGrp="1"/>
          </p:cNvSpPr>
          <p:nvPr>
            <p:ph type="title" idx="16388" hasCustomPrompt="1"/>
            <p:custDataLst>
              <p:tags r:id="rId8"/>
            </p:custDataLst>
          </p:nvPr>
        </p:nvSpPr>
        <p:spPr>
          <a:xfrm>
            <a:off x="4823883" y="3530600"/>
            <a:ext cx="6352117" cy="1524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4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单击此处添加章节标题</a:t>
            </a:r>
            <a:endParaRPr dirty="0">
              <a:sym typeface="+mn-ea"/>
            </a:endParaRPr>
          </a:p>
        </p:txBody>
      </p:sp>
      <p:sp>
        <p:nvSpPr>
          <p:cNvPr id="10" name="节编号"/>
          <p:cNvSpPr txBox="1"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9648825" y="1905000"/>
            <a:ext cx="1527175" cy="1524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none" lIns="0" tIns="0" rIns="0" bIns="0" rtlCol="0" anchor="ctr" anchorCtr="0">
            <a:normAutofit/>
          </a:bodyPr>
          <a:lstStyle>
            <a:lvl1pPr marL="0" marR="0" lvl="0" indent="0" algn="r" defTabSz="914400" rtl="0" eaLnBrk="1" fontAlgn="auto" latinLnBrk="0" hangingPunct="1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72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01</a:t>
            </a:r>
            <a:endParaRPr dirty="0"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0095" cy="6858000"/>
          </a:xfrm>
          <a:prstGeom prst="rect">
            <a:avLst/>
          </a:prstGeom>
          <a:gradFill>
            <a:gsLst>
              <a:gs pos="0">
                <a:schemeClr val="bg2">
                  <a:lumMod val="92000"/>
                </a:schemeClr>
              </a:gs>
              <a:gs pos="100000">
                <a:schemeClr val="bg1"/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椭圆 7"/>
          <p:cNvSpPr>
            <a:spLocks noChangeAspect="1"/>
          </p:cNvSpPr>
          <p:nvPr userDrawn="1">
            <p:custDataLst>
              <p:tags r:id="rId3"/>
            </p:custDataLst>
          </p:nvPr>
        </p:nvSpPr>
        <p:spPr>
          <a:xfrm>
            <a:off x="2288565" y="1318468"/>
            <a:ext cx="1763395" cy="1763395"/>
          </a:xfrm>
          <a:prstGeom prst="ellipse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1">
                  <a:alpha val="17000"/>
                </a:schemeClr>
              </a:gs>
            </a:gsLst>
            <a:lin ang="20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6385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6386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6387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  <p:sp>
        <p:nvSpPr>
          <p:cNvPr id="16" name="矩形: 圆顶角 12"/>
          <p:cNvSpPr/>
          <p:nvPr userDrawn="1">
            <p:custDataLst>
              <p:tags r:id="rId7"/>
            </p:custDataLst>
          </p:nvPr>
        </p:nvSpPr>
        <p:spPr>
          <a:xfrm rot="2700000" flipH="1" flipV="1">
            <a:off x="8203681" y="2169756"/>
            <a:ext cx="2033110" cy="3784533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56000">
                <a:schemeClr val="accent1">
                  <a:alpha val="34000"/>
                </a:schemeClr>
              </a:gs>
              <a:gs pos="98000">
                <a:schemeClr val="accent1">
                  <a:alpha val="5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cs typeface="MiSans" panose="00000500000000000000" charset="-122"/>
              <a:sym typeface="+mn-ea"/>
            </a:endParaRPr>
          </a:p>
        </p:txBody>
      </p:sp>
      <p:sp>
        <p:nvSpPr>
          <p:cNvPr id="17" name="矩形: 圆顶角 13"/>
          <p:cNvSpPr/>
          <p:nvPr userDrawn="1">
            <p:custDataLst>
              <p:tags r:id="rId8"/>
            </p:custDataLst>
          </p:nvPr>
        </p:nvSpPr>
        <p:spPr>
          <a:xfrm rot="13500000" flipH="1" flipV="1">
            <a:off x="7899822" y="902160"/>
            <a:ext cx="2033110" cy="3837349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87000">
                <a:srgbClr val="FFFFFF">
                  <a:alpha val="0"/>
                </a:srgbClr>
              </a:gs>
              <a:gs pos="0">
                <a:schemeClr val="accent1">
                  <a:lumMod val="5000"/>
                  <a:lumOff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cs typeface="MiSans" panose="00000500000000000000" charset="-122"/>
              <a:sym typeface="+mn-ea"/>
            </a:endParaRPr>
          </a:p>
        </p:txBody>
      </p:sp>
      <p:sp>
        <p:nvSpPr>
          <p:cNvPr id="13" name="Subtitle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1016000" y="2667000"/>
            <a:ext cx="54493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THE END</a:t>
            </a:r>
            <a:endParaRPr lang="zh-CN" altLang="en-US"/>
          </a:p>
        </p:txBody>
      </p:sp>
      <p:sp>
        <p:nvSpPr>
          <p:cNvPr id="19" name="标题"/>
          <p:cNvSpPr txBox="1">
            <a:spLocks noGrp="1"/>
          </p:cNvSpPr>
          <p:nvPr>
            <p:ph type="title" idx="16388" hasCustomPrompt="1"/>
            <p:custDataLst>
              <p:tags r:id="rId10"/>
            </p:custDataLst>
          </p:nvPr>
        </p:nvSpPr>
        <p:spPr>
          <a:xfrm>
            <a:off x="1016000" y="3175000"/>
            <a:ext cx="5451122" cy="1016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0" tIns="0" rIns="0" bIns="0" rtlCol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64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 algn="l"/>
            <a:r>
              <a:rPr dirty="0">
                <a:sym typeface="+mn-ea"/>
              </a:rPr>
              <a:t>谢谢观看</a:t>
            </a:r>
            <a:endParaRPr dirty="0"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-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日期占位符 3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9" name="页脚占位符 4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0" name="灯片编号占位符 5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Subtitle 10"/>
          <p:cNvSpPr>
            <a:spLocks noGrp="1"/>
          </p:cNvSpPr>
          <p:nvPr>
            <p:ph type="subTitle" idx="17826305" hasCustomPrompt="1"/>
            <p:custDataLst>
              <p:tags r:id="rId5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CONTENTS</a:t>
            </a:r>
            <a:endParaRPr lang="zh-CN" altLang="en-US"/>
          </a:p>
        </p:txBody>
      </p:sp>
      <p:sp>
        <p:nvSpPr>
          <p:cNvPr id="12" name="Title 11"/>
          <p:cNvSpPr>
            <a:spLocks noGrp="1"/>
          </p:cNvSpPr>
          <p:nvPr>
            <p:ph type="ctrTitle" idx="17826049" hasCustomPrompt="1"/>
            <p:custDataLst>
              <p:tags r:id="rId6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319883777" hasCustomPrompt="1"/>
            <p:custDataLst>
              <p:tags r:id="rId7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01</a:t>
            </a:r>
            <a:endParaRPr lang="zh-CN" altLang="en-US" smtClean="0"/>
          </a:p>
        </p:txBody>
      </p:sp>
      <p:sp>
        <p:nvSpPr>
          <p:cNvPr id="14" name="装饰  3"/>
          <p:cNvSpPr>
            <a:spLocks noGrp="1"/>
          </p:cNvSpPr>
          <p:nvPr>
            <p:ph type="body" idx="319883522" hasCustomPrompt="1"/>
            <p:custDataLst>
              <p:tags r:id="rId8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5" name="Text Placeholder 14"/>
          <p:cNvSpPr>
            <a:spLocks noGrp="1"/>
          </p:cNvSpPr>
          <p:nvPr>
            <p:ph type="body" idx="51446017" hasCustomPrompt="1"/>
            <p:custDataLst>
              <p:tags r:id="rId9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6" name="Text Placeholder 15"/>
          <p:cNvSpPr>
            <a:spLocks noGrp="1"/>
          </p:cNvSpPr>
          <p:nvPr>
            <p:ph type="body" idx="319949313" hasCustomPrompt="1"/>
            <p:custDataLst>
              <p:tags r:id="rId10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02</a:t>
            </a:r>
            <a:endParaRPr lang="zh-CN" altLang="en-US" smtClean="0"/>
          </a:p>
        </p:txBody>
      </p:sp>
      <p:sp>
        <p:nvSpPr>
          <p:cNvPr id="17" name="装饰  6"/>
          <p:cNvSpPr>
            <a:spLocks noGrp="1"/>
          </p:cNvSpPr>
          <p:nvPr>
            <p:ph type="body" idx="319949058" hasCustomPrompt="1"/>
            <p:custDataLst>
              <p:tags r:id="rId11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8" name="Text Placeholder 17"/>
          <p:cNvSpPr>
            <a:spLocks noGrp="1"/>
          </p:cNvSpPr>
          <p:nvPr>
            <p:ph type="body" idx="51511553" hasCustomPrompt="1"/>
            <p:custDataLst>
              <p:tags r:id="rId12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320014849" hasCustomPrompt="1"/>
            <p:custDataLst>
              <p:tags r:id="rId13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03</a:t>
            </a:r>
            <a:endParaRPr lang="zh-CN" altLang="en-US" smtClean="0"/>
          </a:p>
        </p:txBody>
      </p:sp>
      <p:sp>
        <p:nvSpPr>
          <p:cNvPr id="20" name="装饰  9"/>
          <p:cNvSpPr>
            <a:spLocks noGrp="1"/>
          </p:cNvSpPr>
          <p:nvPr>
            <p:ph type="body" idx="320014594" hasCustomPrompt="1"/>
            <p:custDataLst>
              <p:tags r:id="rId14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1" name="Text Placeholder 20"/>
          <p:cNvSpPr>
            <a:spLocks noGrp="1"/>
          </p:cNvSpPr>
          <p:nvPr>
            <p:ph type="body" idx="51577089" hasCustomPrompt="1"/>
            <p:custDataLst>
              <p:tags r:id="rId15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22" name="Text Placeholder 21"/>
          <p:cNvSpPr>
            <a:spLocks noGrp="1"/>
          </p:cNvSpPr>
          <p:nvPr>
            <p:ph type="body" idx="320080385" hasCustomPrompt="1"/>
            <p:custDataLst>
              <p:tags r:id="rId16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/>
              <a:t>04</a:t>
            </a:r>
            <a:endParaRPr lang="zh-CN" altLang="en-US" smtClean="0"/>
          </a:p>
        </p:txBody>
      </p:sp>
      <p:sp>
        <p:nvSpPr>
          <p:cNvPr id="23" name="装饰  2"/>
          <p:cNvSpPr>
            <a:spLocks noGrp="1"/>
          </p:cNvSpPr>
          <p:nvPr>
            <p:ph type="body" idx="320080130" hasCustomPrompt="1"/>
            <p:custDataLst>
              <p:tags r:id="rId17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24" name="Text Placeholder 23"/>
          <p:cNvSpPr>
            <a:spLocks noGrp="1"/>
          </p:cNvSpPr>
          <p:nvPr>
            <p:ph type="body" idx="51642625" hasCustomPrompt="1"/>
            <p:custDataLst>
              <p:tags r:id="rId18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章节页_1_5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1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0095" cy="6858000"/>
          </a:xfrm>
          <a:prstGeom prst="rect">
            <a:avLst/>
          </a:prstGeom>
          <a:gradFill>
            <a:gsLst>
              <a:gs pos="0">
                <a:schemeClr val="bg2">
                  <a:lumMod val="92000"/>
                </a:schemeClr>
              </a:gs>
              <a:gs pos="100000">
                <a:schemeClr val="bg1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日期占位符 3"/>
          <p:cNvSpPr>
            <a:spLocks noGrp="1"/>
          </p:cNvSpPr>
          <p:nvPr>
            <p:ph type="dt" sz="half" idx="16385"/>
            <p:custDataLst>
              <p:tags r:id="rId3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页脚占位符 4"/>
          <p:cNvSpPr>
            <a:spLocks noGrp="1"/>
          </p:cNvSpPr>
          <p:nvPr>
            <p:ph type="ftr" sz="quarter" idx="16386"/>
            <p:custDataLst>
              <p:tags r:id="rId4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灯片编号占位符 5"/>
          <p:cNvSpPr>
            <a:spLocks noGrp="1"/>
          </p:cNvSpPr>
          <p:nvPr>
            <p:ph type="sldNum" sz="quarter" idx="16387"/>
            <p:custDataLst>
              <p:tags r:id="rId5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矩形: 圆顶角 12"/>
          <p:cNvSpPr/>
          <p:nvPr userDrawn="1">
            <p:custDataLst>
              <p:tags r:id="rId6"/>
            </p:custDataLst>
          </p:nvPr>
        </p:nvSpPr>
        <p:spPr>
          <a:xfrm rot="2160000" flipH="1">
            <a:off x="2314395" y="2028634"/>
            <a:ext cx="1498714" cy="2882836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56000">
                <a:schemeClr val="accent1">
                  <a:alpha val="34000"/>
                </a:schemeClr>
              </a:gs>
              <a:gs pos="98000">
                <a:schemeClr val="accent1">
                  <a:alpha val="5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latin typeface="Microsoft YaHei UI" panose="020B0503020204020204" charset="-122"/>
              <a:ea typeface="Microsoft YaHei UI" panose="020B0503020204020204" charset="-122"/>
              <a:cs typeface="MiSans" panose="00000500000000000000" charset="-122"/>
              <a:sym typeface="+mn-ea"/>
            </a:endParaRPr>
          </a:p>
        </p:txBody>
      </p:sp>
      <p:sp>
        <p:nvSpPr>
          <p:cNvPr id="15" name="矩形: 圆顶角 13"/>
          <p:cNvSpPr/>
          <p:nvPr userDrawn="1">
            <p:custDataLst>
              <p:tags r:id="rId7"/>
            </p:custDataLst>
          </p:nvPr>
        </p:nvSpPr>
        <p:spPr>
          <a:xfrm rot="12960000" flipH="1">
            <a:off x="1374377" y="1923376"/>
            <a:ext cx="1498714" cy="2923057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87000">
                <a:schemeClr val="accent1">
                  <a:alpha val="0"/>
                  <a:lumMod val="0"/>
                  <a:lumOff val="100000"/>
                </a:schemeClr>
              </a:gs>
              <a:gs pos="0">
                <a:schemeClr val="accent1">
                  <a:lumMod val="5000"/>
                  <a:lumOff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Microsoft YaHei UI" panose="020B0503020204020204" charset="-122"/>
              <a:ea typeface="Microsoft YaHei UI" panose="020B0503020204020204" charset="-122"/>
              <a:cs typeface="MiSans" panose="00000500000000000000" charset="-122"/>
            </a:endParaRPr>
          </a:p>
        </p:txBody>
      </p:sp>
      <p:sp>
        <p:nvSpPr>
          <p:cNvPr id="9" name="标题"/>
          <p:cNvSpPr txBox="1">
            <a:spLocks noGrp="1"/>
          </p:cNvSpPr>
          <p:nvPr>
            <p:ph type="title" idx="16388" hasCustomPrompt="1"/>
            <p:custDataLst>
              <p:tags r:id="rId8"/>
            </p:custDataLst>
          </p:nvPr>
        </p:nvSpPr>
        <p:spPr>
          <a:xfrm>
            <a:off x="4823883" y="3530600"/>
            <a:ext cx="6352117" cy="1524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indent="0" algn="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4800" b="0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/>
            <a:r>
              <a:rPr dirty="0"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单击此处添加章节标题</a:t>
            </a:r>
            <a:endParaRPr dirty="0">
              <a:latin typeface="Microsoft YaHei UI" panose="020B0503020204020204" charset="-122"/>
              <a:ea typeface="Microsoft YaHei UI" panose="020B0503020204020204" charset="-122"/>
              <a:sym typeface="+mn-ea"/>
            </a:endParaRPr>
          </a:p>
        </p:txBody>
      </p:sp>
      <p:sp>
        <p:nvSpPr>
          <p:cNvPr id="10" name="节编号"/>
          <p:cNvSpPr txBox="1"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9648825" y="1905000"/>
            <a:ext cx="1527175" cy="1524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none" lIns="0" tIns="0" rIns="0" bIns="0" rtlCol="0" anchor="ctr" anchorCtr="0">
            <a:normAutofit/>
          </a:bodyPr>
          <a:lstStyle>
            <a:lvl1pPr marL="0" marR="0" lvl="0" indent="0" algn="r" defTabSz="914400" rtl="0" eaLnBrk="1" fontAlgn="auto" latinLnBrk="0" hangingPunct="1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72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/>
            <a:r>
              <a:rPr dirty="0"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01</a:t>
            </a:r>
            <a:endParaRPr dirty="0">
              <a:latin typeface="Microsoft YaHei UI" panose="020B0503020204020204" charset="-122"/>
              <a:ea typeface="Microsoft YaHei UI" panose="020B0503020204020204" charset="-122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结束页_1_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90095" cy="6858000"/>
          </a:xfrm>
          <a:prstGeom prst="rect">
            <a:avLst/>
          </a:prstGeom>
          <a:gradFill>
            <a:gsLst>
              <a:gs pos="0">
                <a:schemeClr val="bg2">
                  <a:lumMod val="92000"/>
                </a:schemeClr>
              </a:gs>
              <a:gs pos="100000">
                <a:schemeClr val="bg1"/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椭圆 7"/>
          <p:cNvSpPr>
            <a:spLocks noChangeAspect="1"/>
          </p:cNvSpPr>
          <p:nvPr userDrawn="1">
            <p:custDataLst>
              <p:tags r:id="rId3"/>
            </p:custDataLst>
          </p:nvPr>
        </p:nvSpPr>
        <p:spPr>
          <a:xfrm>
            <a:off x="2288565" y="1318468"/>
            <a:ext cx="1763395" cy="1763395"/>
          </a:xfrm>
          <a:prstGeom prst="ellipse">
            <a:avLst/>
          </a:prstGeom>
          <a:gradFill>
            <a:gsLst>
              <a:gs pos="0">
                <a:schemeClr val="bg1">
                  <a:alpha val="0"/>
                </a:schemeClr>
              </a:gs>
              <a:gs pos="100000">
                <a:schemeClr val="accent1">
                  <a:alpha val="17000"/>
                </a:schemeClr>
              </a:gs>
            </a:gsLst>
            <a:lin ang="20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latin typeface="Microsoft YaHei UI" panose="020B0503020204020204" charset="-122"/>
              <a:ea typeface="Microsoft YaHei UI" panose="020B0503020204020204" charset="-122"/>
              <a:sym typeface="+mn-ea"/>
            </a:endParaRPr>
          </a:p>
        </p:txBody>
      </p:sp>
      <p:sp>
        <p:nvSpPr>
          <p:cNvPr id="9" name="日期占位符 3"/>
          <p:cNvSpPr>
            <a:spLocks noGrp="1"/>
          </p:cNvSpPr>
          <p:nvPr>
            <p:ph type="dt" sz="half" idx="16385"/>
            <p:custDataLst>
              <p:tags r:id="rId4"/>
            </p:custDataLst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D997B5FA-0921-464F-AAE1-844C04324D75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页脚占位符 4"/>
          <p:cNvSpPr>
            <a:spLocks noGrp="1"/>
          </p:cNvSpPr>
          <p:nvPr>
            <p:ph type="ftr" sz="quarter" idx="16386"/>
            <p:custDataLst>
              <p:tags r:id="rId5"/>
            </p:custDataLst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灯片编号占位符 5"/>
          <p:cNvSpPr>
            <a:spLocks noGrp="1"/>
          </p:cNvSpPr>
          <p:nvPr>
            <p:ph type="sldNum" sz="quarter" idx="16387"/>
            <p:custDataLst>
              <p:tags r:id="rId6"/>
            </p:custDataLst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65CE74E-AB26-4998-AD42-012C4C1AD076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矩形: 圆顶角 12"/>
          <p:cNvSpPr/>
          <p:nvPr userDrawn="1">
            <p:custDataLst>
              <p:tags r:id="rId7"/>
            </p:custDataLst>
          </p:nvPr>
        </p:nvSpPr>
        <p:spPr>
          <a:xfrm rot="2700000" flipH="1" flipV="1">
            <a:off x="8203681" y="2169756"/>
            <a:ext cx="2033110" cy="3784533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0">
                <a:srgbClr val="FFFFFF">
                  <a:alpha val="0"/>
                </a:srgbClr>
              </a:gs>
              <a:gs pos="56000">
                <a:schemeClr val="accent1">
                  <a:alpha val="34000"/>
                </a:schemeClr>
              </a:gs>
              <a:gs pos="98000">
                <a:schemeClr val="accent1">
                  <a:alpha val="55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 dirty="0">
              <a:latin typeface="Microsoft YaHei UI" panose="020B0503020204020204" charset="-122"/>
              <a:ea typeface="Microsoft YaHei UI" panose="020B0503020204020204" charset="-122"/>
              <a:cs typeface="MiSans" panose="00000500000000000000" charset="-122"/>
              <a:sym typeface="+mn-ea"/>
            </a:endParaRPr>
          </a:p>
        </p:txBody>
      </p:sp>
      <p:sp>
        <p:nvSpPr>
          <p:cNvPr id="17" name="矩形: 圆顶角 13"/>
          <p:cNvSpPr/>
          <p:nvPr userDrawn="1">
            <p:custDataLst>
              <p:tags r:id="rId8"/>
            </p:custDataLst>
          </p:nvPr>
        </p:nvSpPr>
        <p:spPr>
          <a:xfrm rot="13500000" flipH="1" flipV="1">
            <a:off x="7899822" y="902160"/>
            <a:ext cx="2033110" cy="3837349"/>
          </a:xfrm>
          <a:prstGeom prst="round2SameRect">
            <a:avLst>
              <a:gd name="adj1" fmla="val 50000"/>
              <a:gd name="adj2" fmla="val 0"/>
            </a:avLst>
          </a:prstGeom>
          <a:gradFill flip="none" rotWithShape="1">
            <a:gsLst>
              <a:gs pos="87000">
                <a:srgbClr val="FFFFFF">
                  <a:alpha val="0"/>
                </a:srgbClr>
              </a:gs>
              <a:gs pos="0">
                <a:schemeClr val="accent1">
                  <a:lumMod val="5000"/>
                  <a:lumOff val="95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>
              <a:latin typeface="Microsoft YaHei UI" panose="020B0503020204020204" charset="-122"/>
              <a:ea typeface="Microsoft YaHei UI" panose="020B0503020204020204" charset="-122"/>
              <a:cs typeface="MiSans" panose="00000500000000000000" charset="-122"/>
              <a:sym typeface="+mn-ea"/>
            </a:endParaRPr>
          </a:p>
        </p:txBody>
      </p:sp>
      <p:sp>
        <p:nvSpPr>
          <p:cNvPr id="13" name="Subtitle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1016000" y="2667000"/>
            <a:ext cx="5449358" cy="457200"/>
          </a:xfrm>
          <a:noFill/>
        </p:spPr>
        <p:txBody>
          <a:bodyPr vert="horz"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accent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THE END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9" name="标题"/>
          <p:cNvSpPr txBox="1">
            <a:spLocks noGrp="1"/>
          </p:cNvSpPr>
          <p:nvPr>
            <p:ph type="title" idx="16388" hasCustomPrompt="1"/>
            <p:custDataLst>
              <p:tags r:id="rId10"/>
            </p:custDataLst>
          </p:nvPr>
        </p:nvSpPr>
        <p:spPr>
          <a:xfrm>
            <a:off x="1016000" y="3175000"/>
            <a:ext cx="5451122" cy="1016000"/>
          </a:xfrm>
          <a:prstGeom prst="rect">
            <a:avLst/>
          </a:prstGeom>
          <a:noFill/>
          <a:ln>
            <a:noFill/>
            <a:prstDash val="sysDash"/>
          </a:ln>
        </p:spPr>
        <p:txBody>
          <a:bodyPr vert="horz" wrap="square" lIns="0" tIns="0" rIns="0" bIns="0" rtlCol="0" anchor="t">
            <a:normAutofit/>
          </a:bodyPr>
          <a:lstStyle>
            <a:lvl1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 kumimoji="0" lang="zh-CN" altLang="en-US" sz="6400" b="1" i="0" u="none" strike="noStrike" kern="1200" cap="none" spc="0" normalizeH="0" baseline="0" noProof="1" dirty="0">
                <a:ln>
                  <a:noFill/>
                  <a:prstDash val="sysDot"/>
                </a:ln>
                <a:solidFill>
                  <a:schemeClr val="accent1"/>
                </a:solidFill>
                <a:latin typeface="+mj-ea"/>
                <a:ea typeface="+mj-ea"/>
                <a:cs typeface="MiSans" panose="00000500000000000000" charset="-122"/>
                <a:sym typeface="+mn-ea"/>
              </a:defRPr>
            </a:lvl1pPr>
          </a:lstStyle>
          <a:p>
            <a:pPr lvl="0" algn="l"/>
            <a:r>
              <a:rPr dirty="0"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谢谢观看</a:t>
            </a:r>
            <a:endParaRPr dirty="0">
              <a:latin typeface="Microsoft YaHei UI" panose="020B0503020204020204" charset="-122"/>
              <a:ea typeface="Microsoft YaHei UI" panose="020B0503020204020204" charset="-122"/>
              <a:sym typeface="+mn-ea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-1-5_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副标题 5"/>
          <p:cNvSpPr>
            <a:spLocks noGrp="1"/>
          </p:cNvSpPr>
          <p:nvPr>
            <p:ph type="subTitle" idx="16386" hasCustomPrompt="1"/>
            <p:custDataLst>
              <p:tags r:id="rId2"/>
            </p:custDataLst>
          </p:nvPr>
        </p:nvSpPr>
        <p:spPr>
          <a:xfrm>
            <a:off x="761471" y="2667000"/>
            <a:ext cx="2363258" cy="4572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CONTENTS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标题 6"/>
          <p:cNvSpPr>
            <a:spLocks noGrp="1"/>
          </p:cNvSpPr>
          <p:nvPr>
            <p:ph type="ctrTitle" idx="16385" hasCustomPrompt="1"/>
            <p:custDataLst>
              <p:tags r:id="rId3"/>
            </p:custDataLst>
          </p:nvPr>
        </p:nvSpPr>
        <p:spPr>
          <a:xfrm>
            <a:off x="760942" y="3175000"/>
            <a:ext cx="2364317" cy="7620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04000"/>
              </a:lnSpc>
              <a:spcBef>
                <a:spcPct val="0"/>
              </a:spcBef>
              <a:spcAft>
                <a:spcPct val="0"/>
              </a:spcAft>
              <a:buNone/>
              <a:defRPr sz="4800" b="1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目录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8" hasCustomPrompt="1"/>
            <p:custDataLst>
              <p:tags r:id="rId4"/>
            </p:custDataLst>
          </p:nvPr>
        </p:nvSpPr>
        <p:spPr>
          <a:xfrm>
            <a:off x="40703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01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装饰  8"/>
          <p:cNvSpPr>
            <a:spLocks noGrp="1"/>
          </p:cNvSpPr>
          <p:nvPr>
            <p:ph type="body" idx="16395" hasCustomPrompt="1"/>
            <p:custDataLst>
              <p:tags r:id="rId5"/>
            </p:custDataLst>
          </p:nvPr>
        </p:nvSpPr>
        <p:spPr>
          <a:xfrm>
            <a:off x="48514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0800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 hasCustomPrompt="1"/>
            <p:custDataLst>
              <p:tags r:id="rId7"/>
            </p:custDataLst>
          </p:nvPr>
        </p:nvSpPr>
        <p:spPr>
          <a:xfrm>
            <a:off x="7994650" y="22860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02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6" hasCustomPrompt="1"/>
            <p:custDataLst>
              <p:tags r:id="rId8"/>
            </p:custDataLst>
          </p:nvPr>
        </p:nvSpPr>
        <p:spPr>
          <a:xfrm>
            <a:off x="8775700" y="22098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9004300" y="21336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 hasCustomPrompt="1"/>
            <p:custDataLst>
              <p:tags r:id="rId10"/>
            </p:custDataLst>
          </p:nvPr>
        </p:nvSpPr>
        <p:spPr>
          <a:xfrm>
            <a:off x="40703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03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装饰  4"/>
          <p:cNvSpPr>
            <a:spLocks noGrp="1"/>
          </p:cNvSpPr>
          <p:nvPr>
            <p:ph type="body" idx="16397" hasCustomPrompt="1"/>
            <p:custDataLst>
              <p:tags r:id="rId11"/>
            </p:custDataLst>
          </p:nvPr>
        </p:nvSpPr>
        <p:spPr>
          <a:xfrm>
            <a:off x="48514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50800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4" hasCustomPrompt="1"/>
            <p:custDataLst>
              <p:tags r:id="rId13"/>
            </p:custDataLst>
          </p:nvPr>
        </p:nvSpPr>
        <p:spPr>
          <a:xfrm>
            <a:off x="7994650" y="3962400"/>
            <a:ext cx="596900" cy="508000"/>
          </a:xfrm>
          <a:noFill/>
        </p:spPr>
        <p:txBody>
          <a:bodyPr wrap="none" lIns="0" tIns="0" rIns="0" bIns="0" anchor="ctr">
            <a:noAutofit/>
          </a:bodyPr>
          <a:lstStyle>
            <a:lvl1pPr marL="0" indent="0" algn="ctr">
              <a:lnSpc>
                <a:spcPct val="109000"/>
              </a:lnSpc>
              <a:spcBef>
                <a:spcPct val="0"/>
              </a:spcBef>
              <a:spcAft>
                <a:spcPct val="0"/>
              </a:spcAft>
              <a:buNone/>
              <a:defRPr sz="4000" b="0" spc="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04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装饰  7"/>
          <p:cNvSpPr>
            <a:spLocks noGrp="1"/>
          </p:cNvSpPr>
          <p:nvPr>
            <p:ph type="body" idx="16398" hasCustomPrompt="1"/>
            <p:custDataLst>
              <p:tags r:id="rId14"/>
            </p:custDataLst>
          </p:nvPr>
        </p:nvSpPr>
        <p:spPr>
          <a:xfrm>
            <a:off x="8775700" y="3886200"/>
            <a:ext cx="25400" cy="762000"/>
          </a:xfrm>
          <a:custGeom>
            <a:avLst/>
            <a:gdLst>
              <a:gd name="connisteX0" fmla="*/ 0 w 25400"/>
              <a:gd name="connsiteY0" fmla="*/ 12700 h 762000"/>
              <a:gd name="connisteX1" fmla="*/ 12700 w 25400"/>
              <a:gd name="connsiteY1" fmla="*/ 0 h 762000"/>
              <a:gd name="connisteX2" fmla="*/ 12700 w 25400"/>
              <a:gd name="connsiteY2" fmla="*/ 0 h 762000"/>
              <a:gd name="connisteX3" fmla="*/ 25400 w 25400"/>
              <a:gd name="connsiteY3" fmla="*/ 12700 h 762000"/>
              <a:gd name="connisteX4" fmla="*/ 25400 w 25400"/>
              <a:gd name="connsiteY4" fmla="*/ 749300 h 762000"/>
              <a:gd name="connisteX5" fmla="*/ 12700 w 25400"/>
              <a:gd name="connsiteY5" fmla="*/ 762000 h 762000"/>
              <a:gd name="connisteX6" fmla="*/ 12700 w 25400"/>
              <a:gd name="connsiteY6" fmla="*/ 762000 h 762000"/>
              <a:gd name="connisteX7" fmla="*/ 0 w 25400"/>
              <a:gd name="connsiteY7" fmla="*/ 749300 h 762000"/>
              <a:gd name="connisteX8" fmla="*/ 0 w 25400"/>
              <a:gd name="connsiteY8" fmla="*/ 12700 h 7620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25400" h="762000">
                <a:moveTo>
                  <a:pt x="0" y="12700"/>
                </a:moveTo>
                <a:cubicBezTo>
                  <a:pt x="0" y="5686"/>
                  <a:pt x="5686" y="0"/>
                  <a:pt x="12700" y="0"/>
                </a:cubicBezTo>
                <a:lnTo>
                  <a:pt x="12700" y="0"/>
                </a:lnTo>
                <a:cubicBezTo>
                  <a:pt x="19714" y="0"/>
                  <a:pt x="25400" y="5686"/>
                  <a:pt x="25400" y="12700"/>
                </a:cubicBezTo>
                <a:lnTo>
                  <a:pt x="25400" y="749300"/>
                </a:lnTo>
                <a:cubicBezTo>
                  <a:pt x="25400" y="756314"/>
                  <a:pt x="19714" y="762000"/>
                  <a:pt x="12700" y="762000"/>
                </a:cubicBezTo>
                <a:lnTo>
                  <a:pt x="12700" y="762000"/>
                </a:lnTo>
                <a:cubicBezTo>
                  <a:pt x="5686" y="762000"/>
                  <a:pt x="0" y="756314"/>
                  <a:pt x="0" y="749300"/>
                </a:cubicBezTo>
                <a:lnTo>
                  <a:pt x="0" y="12700"/>
                </a:lnTo>
                <a:close/>
              </a:path>
            </a:pathLst>
          </a:custGeom>
          <a:solidFill>
            <a:schemeClr val="accent1">
              <a:alpha val="50000"/>
            </a:schemeClr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9004300" y="3810000"/>
            <a:ext cx="2324100" cy="9144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18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8_20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6386" hasCustomPrompt="1"/>
            <p:custDataLst>
              <p:tags r:id="rId3"/>
            </p:custDataLst>
          </p:nvPr>
        </p:nvSpPr>
        <p:spPr>
          <a:xfrm>
            <a:off x="4914371" y="2844800"/>
            <a:ext cx="2363258" cy="812800"/>
          </a:xfrm>
          <a:noFill/>
        </p:spPr>
        <p:txBody>
          <a:bodyPr lIns="0" tIns="0" rIns="0" bIns="0" anchor="ctr">
            <a:normAutofit/>
          </a:bodyPr>
          <a:lstStyle>
            <a:lvl1pPr marL="0" indent="0" algn="ctr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单击此处添加项标题内容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92" hasCustomPrompt="1"/>
            <p:custDataLst>
              <p:tags r:id="rId4"/>
            </p:custDataLst>
          </p:nvPr>
        </p:nvSpPr>
        <p:spPr>
          <a:xfrm flipV="1">
            <a:off x="4267200" y="2400302"/>
            <a:ext cx="3670300" cy="2401154"/>
          </a:xfrm>
          <a:custGeom>
            <a:avLst/>
            <a:gdLst>
              <a:gd name="connisteX0" fmla="*/ 1911540 w 3670300"/>
              <a:gd name="connsiteY0" fmla="*/ 0 h 2401153"/>
              <a:gd name="connisteX1" fmla="*/ 3670300 w 3670300"/>
              <a:gd name="connsiteY1" fmla="*/ 684319 h 2401153"/>
              <a:gd name="connisteX2" fmla="*/ 3670300 w 3670300"/>
              <a:gd name="connsiteY2" fmla="*/ 2401150 h 2401153"/>
              <a:gd name="connisteX3" fmla="*/ 0 w 3670300"/>
              <a:gd name="connsiteY3" fmla="*/ 2401150 h 2401153"/>
              <a:gd name="connisteX4" fmla="*/ 0 w 3670300"/>
              <a:gd name="connsiteY4" fmla="*/ 684061 h 2401153"/>
              <a:gd name="connisteX5" fmla="*/ 1911540 w 3670300"/>
              <a:gd name="connsiteY5" fmla="*/ 0 h 2401153"/>
              <a:gd name="connisteX6" fmla="*/ 25400 w 3670300"/>
              <a:gd name="connsiteY6" fmla="*/ 701949 h 2401153"/>
              <a:gd name="connisteX7" fmla="*/ 25400 w 3670300"/>
              <a:gd name="connsiteY7" fmla="*/ 2375750 h 2401153"/>
              <a:gd name="connisteX8" fmla="*/ 3644900 w 3670300"/>
              <a:gd name="connsiteY8" fmla="*/ 2375750 h 2401153"/>
              <a:gd name="connisteX9" fmla="*/ 3644900 w 3670300"/>
              <a:gd name="connsiteY9" fmla="*/ 701691 h 2401153"/>
              <a:gd name="connisteX10" fmla="*/ 1911159 w 3670300"/>
              <a:gd name="connsiteY10" fmla="*/ 27110 h 2401153"/>
              <a:gd name="connisteX11" fmla="*/ 25400 w 3670300"/>
              <a:gd name="connsiteY11" fmla="*/ 701949 h 2401153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  <a:cxn ang="0">
                <a:pos x="connisteX9" y="connsiteY9"/>
              </a:cxn>
              <a:cxn ang="0">
                <a:pos x="connisteX10" y="connsiteY10"/>
              </a:cxn>
              <a:cxn ang="0">
                <a:pos x="connisteX11" y="connsiteY11"/>
              </a:cxn>
            </a:cxnLst>
            <a:pathLst>
              <a:path w="3670300" h="2401154">
                <a:moveTo>
                  <a:pt x="1911540" y="0"/>
                </a:moveTo>
                <a:lnTo>
                  <a:pt x="3670300" y="684319"/>
                </a:lnTo>
                <a:lnTo>
                  <a:pt x="3670300" y="2401151"/>
                </a:lnTo>
                <a:lnTo>
                  <a:pt x="0" y="2401151"/>
                </a:lnTo>
                <a:lnTo>
                  <a:pt x="0" y="684061"/>
                </a:lnTo>
                <a:lnTo>
                  <a:pt x="1911540" y="0"/>
                </a:lnTo>
                <a:moveTo>
                  <a:pt x="25400" y="701949"/>
                </a:moveTo>
                <a:lnTo>
                  <a:pt x="25400" y="2375751"/>
                </a:lnTo>
                <a:lnTo>
                  <a:pt x="3644900" y="2375751"/>
                </a:lnTo>
                <a:lnTo>
                  <a:pt x="3644900" y="701692"/>
                </a:lnTo>
                <a:lnTo>
                  <a:pt x="1911160" y="27110"/>
                </a:lnTo>
                <a:lnTo>
                  <a:pt x="25400" y="701949"/>
                </a:lnTo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装饰  8"/>
          <p:cNvSpPr>
            <a:spLocks noGrp="1"/>
          </p:cNvSpPr>
          <p:nvPr>
            <p:ph type="body" idx="16394" hasCustomPrompt="1"/>
            <p:custDataLst>
              <p:tags r:id="rId5"/>
            </p:custDataLst>
          </p:nvPr>
        </p:nvSpPr>
        <p:spPr>
          <a:xfrm>
            <a:off x="3810000" y="35052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图片占位符 9"/>
          <p:cNvSpPr>
            <a:spLocks noGrp="1"/>
          </p:cNvSpPr>
          <p:nvPr>
            <p:ph type="pic" idx="16393" hasCustomPrompt="1"/>
            <p:custDataLst>
              <p:tags r:id="rId6"/>
            </p:custDataLst>
          </p:nvPr>
        </p:nvSpPr>
        <p:spPr>
          <a:xfrm>
            <a:off x="4023360" y="37185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87" hasCustomPrompt="1"/>
            <p:custDataLst>
              <p:tags r:id="rId7"/>
            </p:custDataLst>
          </p:nvPr>
        </p:nvSpPr>
        <p:spPr>
          <a:xfrm>
            <a:off x="609600" y="3657600"/>
            <a:ext cx="2946400" cy="609600"/>
          </a:xfrm>
          <a:noFill/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装饰  1"/>
          <p:cNvSpPr>
            <a:spLocks noGrp="1"/>
          </p:cNvSpPr>
          <p:nvPr>
            <p:ph type="body" idx="16396" hasCustomPrompt="1"/>
            <p:custDataLst>
              <p:tags r:id="rId8"/>
            </p:custDataLst>
          </p:nvPr>
        </p:nvSpPr>
        <p:spPr>
          <a:xfrm>
            <a:off x="5702300" y="43180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图片占位符 12"/>
          <p:cNvSpPr>
            <a:spLocks noGrp="1"/>
          </p:cNvSpPr>
          <p:nvPr>
            <p:ph type="pic" idx="16395" hasCustomPrompt="1"/>
            <p:custDataLst>
              <p:tags r:id="rId9"/>
            </p:custDataLst>
          </p:nvPr>
        </p:nvSpPr>
        <p:spPr>
          <a:xfrm>
            <a:off x="5915660" y="45313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8" hasCustomPrompt="1"/>
            <p:custDataLst>
              <p:tags r:id="rId10"/>
            </p:custDataLst>
          </p:nvPr>
        </p:nvSpPr>
        <p:spPr>
          <a:xfrm>
            <a:off x="4686300" y="5486400"/>
            <a:ext cx="2946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ct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装饰  4"/>
          <p:cNvSpPr>
            <a:spLocks noGrp="1"/>
          </p:cNvSpPr>
          <p:nvPr>
            <p:ph type="body" idx="16398" hasCustomPrompt="1"/>
            <p:custDataLst>
              <p:tags r:id="rId11"/>
            </p:custDataLst>
          </p:nvPr>
        </p:nvSpPr>
        <p:spPr>
          <a:xfrm>
            <a:off x="7467600" y="35052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图片占位符 15"/>
          <p:cNvSpPr>
            <a:spLocks noGrp="1"/>
          </p:cNvSpPr>
          <p:nvPr>
            <p:ph type="pic" idx="16397" hasCustomPrompt="1"/>
            <p:custDataLst>
              <p:tags r:id="rId12"/>
            </p:custDataLst>
          </p:nvPr>
        </p:nvSpPr>
        <p:spPr>
          <a:xfrm>
            <a:off x="7680960" y="37185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89" hasCustomPrompt="1"/>
            <p:custDataLst>
              <p:tags r:id="rId13"/>
            </p:custDataLst>
          </p:nvPr>
        </p:nvSpPr>
        <p:spPr>
          <a:xfrm>
            <a:off x="8636000" y="3657600"/>
            <a:ext cx="2946400" cy="6096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装饰  7"/>
          <p:cNvSpPr>
            <a:spLocks noGrp="1"/>
          </p:cNvSpPr>
          <p:nvPr>
            <p:ph type="body" idx="16400" hasCustomPrompt="1"/>
            <p:custDataLst>
              <p:tags r:id="rId14"/>
            </p:custDataLst>
          </p:nvPr>
        </p:nvSpPr>
        <p:spPr>
          <a:xfrm>
            <a:off x="7467600" y="19558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9" name="图片占位符 18"/>
          <p:cNvSpPr>
            <a:spLocks noGrp="1"/>
          </p:cNvSpPr>
          <p:nvPr>
            <p:ph type="pic" idx="16399" hasCustomPrompt="1"/>
            <p:custDataLst>
              <p:tags r:id="rId15"/>
            </p:custDataLst>
          </p:nvPr>
        </p:nvSpPr>
        <p:spPr>
          <a:xfrm>
            <a:off x="7680960" y="21691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0" name="文本占位符 19"/>
          <p:cNvSpPr>
            <a:spLocks noGrp="1"/>
          </p:cNvSpPr>
          <p:nvPr>
            <p:ph type="body" idx="16390" hasCustomPrompt="1"/>
            <p:custDataLst>
              <p:tags r:id="rId16"/>
            </p:custDataLst>
          </p:nvPr>
        </p:nvSpPr>
        <p:spPr>
          <a:xfrm>
            <a:off x="8636000" y="2108200"/>
            <a:ext cx="2946400" cy="609600"/>
          </a:xfrm>
          <a:noFill/>
        </p:spPr>
        <p:txBody>
          <a:bodyPr lIns="0" tIns="0" rIns="0" bIns="0" anchor="ctr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1" name="装饰  0"/>
          <p:cNvSpPr>
            <a:spLocks noGrp="1"/>
          </p:cNvSpPr>
          <p:nvPr>
            <p:ph type="body" idx="16402" hasCustomPrompt="1"/>
            <p:custDataLst>
              <p:tags r:id="rId17"/>
            </p:custDataLst>
          </p:nvPr>
        </p:nvSpPr>
        <p:spPr>
          <a:xfrm>
            <a:off x="3810000" y="1955800"/>
            <a:ext cx="914400" cy="914400"/>
          </a:xfrm>
          <a:custGeom>
            <a:avLst/>
            <a:gdLst>
              <a:gd name="connisteX0" fmla="*/ 0 w 914400"/>
              <a:gd name="connsiteY0" fmla="*/ 457200 h 914400"/>
              <a:gd name="connisteX1" fmla="*/ 457200 w 914400"/>
              <a:gd name="connsiteY1" fmla="*/ 0 h 914400"/>
              <a:gd name="connisteX2" fmla="*/ 457200 w 914400"/>
              <a:gd name="connsiteY2" fmla="*/ 0 h 914400"/>
              <a:gd name="connisteX3" fmla="*/ 914400 w 914400"/>
              <a:gd name="connsiteY3" fmla="*/ 457200 h 914400"/>
              <a:gd name="connisteX4" fmla="*/ 914400 w 914400"/>
              <a:gd name="connsiteY4" fmla="*/ 457200 h 914400"/>
              <a:gd name="connisteX5" fmla="*/ 457200 w 914400"/>
              <a:gd name="connsiteY5" fmla="*/ 914400 h 914400"/>
              <a:gd name="connisteX6" fmla="*/ 457200 w 914400"/>
              <a:gd name="connsiteY6" fmla="*/ 914400 h 914400"/>
              <a:gd name="connisteX7" fmla="*/ 0 w 914400"/>
              <a:gd name="connsiteY7" fmla="*/ 457200 h 914400"/>
              <a:gd name="connisteX8" fmla="*/ 0 w 914400"/>
              <a:gd name="connsiteY8" fmla="*/ 457200 h 91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914400" h="914400">
                <a:moveTo>
                  <a:pt x="0" y="457200"/>
                </a:moveTo>
                <a:cubicBezTo>
                  <a:pt x="0" y="204695"/>
                  <a:pt x="204695" y="0"/>
                  <a:pt x="457200" y="0"/>
                </a:cubicBezTo>
                <a:lnTo>
                  <a:pt x="457200" y="0"/>
                </a:lnTo>
                <a:cubicBezTo>
                  <a:pt x="709705" y="0"/>
                  <a:pt x="914400" y="204695"/>
                  <a:pt x="914400" y="457200"/>
                </a:cubicBezTo>
                <a:lnTo>
                  <a:pt x="914400" y="457200"/>
                </a:lnTo>
                <a:cubicBezTo>
                  <a:pt x="914400" y="709705"/>
                  <a:pt x="709705" y="914400"/>
                  <a:pt x="457200" y="914400"/>
                </a:cubicBezTo>
                <a:lnTo>
                  <a:pt x="457200" y="914400"/>
                </a:lnTo>
                <a:cubicBezTo>
                  <a:pt x="204695" y="914400"/>
                  <a:pt x="0" y="709705"/>
                  <a:pt x="0" y="457200"/>
                </a:cubicBezTo>
                <a:lnTo>
                  <a:pt x="0" y="4572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2" name="图片占位符 21"/>
          <p:cNvSpPr>
            <a:spLocks noGrp="1"/>
          </p:cNvSpPr>
          <p:nvPr>
            <p:ph type="pic" idx="16401" hasCustomPrompt="1"/>
            <p:custDataLst>
              <p:tags r:id="rId18"/>
            </p:custDataLst>
          </p:nvPr>
        </p:nvSpPr>
        <p:spPr>
          <a:xfrm>
            <a:off x="4023360" y="2169160"/>
            <a:ext cx="487680" cy="487680"/>
          </a:xfrm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23" name="文本占位符 22"/>
          <p:cNvSpPr>
            <a:spLocks noGrp="1"/>
          </p:cNvSpPr>
          <p:nvPr>
            <p:ph type="body" idx="16391" hasCustomPrompt="1"/>
            <p:custDataLst>
              <p:tags r:id="rId19"/>
            </p:custDataLst>
          </p:nvPr>
        </p:nvSpPr>
        <p:spPr>
          <a:xfrm>
            <a:off x="609600" y="2108200"/>
            <a:ext cx="2946400" cy="609600"/>
          </a:xfrm>
          <a:noFill/>
        </p:spPr>
        <p:txBody>
          <a:bodyPr lIns="0" tIns="0" rIns="0" bIns="0" anchor="ctr">
            <a:normAutofit/>
          </a:bodyPr>
          <a:lstStyle>
            <a:lvl1pPr marL="0" indent="0" algn="r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8_1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图片占位符 7"/>
          <p:cNvSpPr>
            <a:spLocks noGrp="1"/>
          </p:cNvSpPr>
          <p:nvPr>
            <p:ph type="pic" idx="16393" hasCustomPrompt="1"/>
            <p:custDataLst>
              <p:tags r:id="rId4"/>
            </p:custDataLst>
          </p:nvPr>
        </p:nvSpPr>
        <p:spPr>
          <a:xfrm>
            <a:off x="914400" y="1828800"/>
            <a:ext cx="2844800" cy="1625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36576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41148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3688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图片占位符 11"/>
          <p:cNvSpPr>
            <a:spLocks noGrp="1"/>
          </p:cNvSpPr>
          <p:nvPr>
            <p:ph type="pic" idx="16395" hasCustomPrompt="1"/>
            <p:custDataLst>
              <p:tags r:id="rId8"/>
            </p:custDataLst>
          </p:nvPr>
        </p:nvSpPr>
        <p:spPr>
          <a:xfrm>
            <a:off x="4673600" y="1828800"/>
            <a:ext cx="2844800" cy="1625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673600" y="36576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673600" y="41148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装饰  4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128000" y="1524000"/>
            <a:ext cx="3454400" cy="4724400"/>
          </a:xfrm>
          <a:custGeom>
            <a:avLst/>
            <a:gdLst>
              <a:gd name="connisteX0" fmla="*/ 0 w 3454400"/>
              <a:gd name="connsiteY0" fmla="*/ 203200 h 4724400"/>
              <a:gd name="connisteX1" fmla="*/ 203200 w 3454400"/>
              <a:gd name="connsiteY1" fmla="*/ 0 h 4724400"/>
              <a:gd name="connisteX2" fmla="*/ 3251200 w 3454400"/>
              <a:gd name="connsiteY2" fmla="*/ 0 h 4724400"/>
              <a:gd name="connisteX3" fmla="*/ 3454400 w 3454400"/>
              <a:gd name="connsiteY3" fmla="*/ 203200 h 4724400"/>
              <a:gd name="connisteX4" fmla="*/ 3454400 w 3454400"/>
              <a:gd name="connsiteY4" fmla="*/ 4521200 h 4724400"/>
              <a:gd name="connisteX5" fmla="*/ 3251200 w 3454400"/>
              <a:gd name="connsiteY5" fmla="*/ 4724400 h 4724400"/>
              <a:gd name="connisteX6" fmla="*/ 203200 w 3454400"/>
              <a:gd name="connsiteY6" fmla="*/ 4724400 h 4724400"/>
              <a:gd name="connisteX7" fmla="*/ 0 w 3454400"/>
              <a:gd name="connsiteY7" fmla="*/ 4521200 h 4724400"/>
              <a:gd name="connisteX8" fmla="*/ 0 w 3454400"/>
              <a:gd name="connsiteY8" fmla="*/ 203200 h 4724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47244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4521200"/>
                </a:lnTo>
                <a:cubicBezTo>
                  <a:pt x="3454400" y="4633424"/>
                  <a:pt x="3363424" y="4724400"/>
                  <a:pt x="3251200" y="4724400"/>
                </a:cubicBezTo>
                <a:lnTo>
                  <a:pt x="203200" y="4724400"/>
                </a:lnTo>
                <a:cubicBezTo>
                  <a:pt x="90976" y="4724400"/>
                  <a:pt x="0" y="4633424"/>
                  <a:pt x="0" y="4521200"/>
                </a:cubicBezTo>
                <a:lnTo>
                  <a:pt x="0" y="20320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图片占位符 15"/>
          <p:cNvSpPr>
            <a:spLocks noGrp="1"/>
          </p:cNvSpPr>
          <p:nvPr>
            <p:ph type="pic" idx="16397" hasCustomPrompt="1"/>
            <p:custDataLst>
              <p:tags r:id="rId12"/>
            </p:custDataLst>
          </p:nvPr>
        </p:nvSpPr>
        <p:spPr>
          <a:xfrm>
            <a:off x="8432800" y="1828800"/>
            <a:ext cx="2844800" cy="1625600"/>
          </a:xfr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432800" y="36576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4114800"/>
            <a:ext cx="2844800" cy="18288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6_8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4876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0" y="609600"/>
            <a:ext cx="5486400" cy="5638800"/>
          </a:xfrm>
          <a:custGeom>
            <a:avLst/>
            <a:gdLst>
              <a:gd name="connisteX0" fmla="*/ 0 w 5486400"/>
              <a:gd name="connsiteY0" fmla="*/ 0 h 5638800"/>
              <a:gd name="connisteX1" fmla="*/ 5486400 w 5486400"/>
              <a:gd name="connsiteY1" fmla="*/ 0 h 5638800"/>
              <a:gd name="connisteX2" fmla="*/ 5486400 w 5486400"/>
              <a:gd name="connsiteY2" fmla="*/ 5638800 h 5638800"/>
              <a:gd name="connisteX3" fmla="*/ 0 w 5486400"/>
              <a:gd name="connsiteY3" fmla="*/ 5638800 h 5638800"/>
              <a:gd name="connisteX4" fmla="*/ 0 w 5486400"/>
              <a:gd name="connsiteY4" fmla="*/ 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</a:cxnLst>
            <a:pathLst>
              <a:path w="5486400" h="5638800">
                <a:moveTo>
                  <a:pt x="0" y="0"/>
                </a:moveTo>
                <a:lnTo>
                  <a:pt x="5486400" y="0"/>
                </a:lnTo>
                <a:lnTo>
                  <a:pt x="5486400" y="5638800"/>
                </a:lnTo>
                <a:lnTo>
                  <a:pt x="0" y="5638800"/>
                </a:lnTo>
                <a:lnTo>
                  <a:pt x="0" y="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装饰  7"/>
          <p:cNvSpPr>
            <a:spLocks noGrp="1"/>
          </p:cNvSpPr>
          <p:nvPr>
            <p:ph type="body" idx="16393" hasCustomPrompt="1"/>
            <p:custDataLst>
              <p:tags r:id="rId4"/>
            </p:custDataLst>
          </p:nvPr>
        </p:nvSpPr>
        <p:spPr>
          <a:xfrm>
            <a:off x="609600" y="22860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22860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27940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609600" y="37084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762000" y="37084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762000" y="42164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装饰  3"/>
          <p:cNvSpPr>
            <a:spLocks noGrp="1"/>
          </p:cNvSpPr>
          <p:nvPr>
            <p:ph type="body" idx="16395" hasCustomPrompt="1"/>
            <p:custDataLst>
              <p:tags r:id="rId10"/>
            </p:custDataLst>
          </p:nvPr>
        </p:nvSpPr>
        <p:spPr>
          <a:xfrm>
            <a:off x="609600" y="5130800"/>
            <a:ext cx="50800" cy="1117600"/>
          </a:xfrm>
          <a:custGeom>
            <a:avLst/>
            <a:gdLst>
              <a:gd name="connisteX0" fmla="*/ 0 w 50800"/>
              <a:gd name="connsiteY0" fmla="*/ 25400 h 1117600"/>
              <a:gd name="connisteX1" fmla="*/ 25400 w 50800"/>
              <a:gd name="connsiteY1" fmla="*/ 0 h 1117600"/>
              <a:gd name="connisteX2" fmla="*/ 25400 w 50800"/>
              <a:gd name="connsiteY2" fmla="*/ 0 h 1117600"/>
              <a:gd name="connisteX3" fmla="*/ 50800 w 50800"/>
              <a:gd name="connsiteY3" fmla="*/ 25400 h 1117600"/>
              <a:gd name="connisteX4" fmla="*/ 50800 w 50800"/>
              <a:gd name="connsiteY4" fmla="*/ 1092200 h 1117600"/>
              <a:gd name="connisteX5" fmla="*/ 25400 w 50800"/>
              <a:gd name="connsiteY5" fmla="*/ 1117600 h 1117600"/>
              <a:gd name="connisteX6" fmla="*/ 25400 w 50800"/>
              <a:gd name="connsiteY6" fmla="*/ 1117600 h 1117600"/>
              <a:gd name="connisteX7" fmla="*/ 0 w 50800"/>
              <a:gd name="connsiteY7" fmla="*/ 1092200 h 1117600"/>
              <a:gd name="connisteX8" fmla="*/ 0 w 50800"/>
              <a:gd name="connsiteY8" fmla="*/ 25400 h 111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1176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092200"/>
                </a:lnTo>
                <a:cubicBezTo>
                  <a:pt x="50800" y="1106228"/>
                  <a:pt x="39428" y="1117600"/>
                  <a:pt x="25400" y="1117600"/>
                </a:cubicBezTo>
                <a:lnTo>
                  <a:pt x="25400" y="1117600"/>
                </a:lnTo>
                <a:cubicBezTo>
                  <a:pt x="11372" y="1117600"/>
                  <a:pt x="0" y="1106228"/>
                  <a:pt x="0" y="10922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762000" y="5130800"/>
            <a:ext cx="472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762000" y="5638800"/>
            <a:ext cx="472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30_9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5257800" y="533400"/>
            <a:ext cx="48768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6394" hasCustomPrompt="1"/>
            <p:custDataLst>
              <p:tags r:id="rId3"/>
            </p:custDataLst>
          </p:nvPr>
        </p:nvSpPr>
        <p:spPr>
          <a:xfrm>
            <a:off x="609600" y="609600"/>
            <a:ext cx="4038600" cy="5638800"/>
          </a:xfrm>
          <a:custGeom>
            <a:avLst/>
            <a:gdLst>
              <a:gd name="connisteX0" fmla="*/ 0 w 4038600"/>
              <a:gd name="connsiteY0" fmla="*/ 203200 h 5638800"/>
              <a:gd name="connisteX1" fmla="*/ 203200 w 4038600"/>
              <a:gd name="connsiteY1" fmla="*/ 0 h 5638800"/>
              <a:gd name="connisteX2" fmla="*/ 3835400 w 4038600"/>
              <a:gd name="connsiteY2" fmla="*/ 0 h 5638800"/>
              <a:gd name="connisteX3" fmla="*/ 4038600 w 4038600"/>
              <a:gd name="connsiteY3" fmla="*/ 203200 h 5638800"/>
              <a:gd name="connisteX4" fmla="*/ 4038600 w 4038600"/>
              <a:gd name="connsiteY4" fmla="*/ 5435600 h 5638800"/>
              <a:gd name="connisteX5" fmla="*/ 3835400 w 4038600"/>
              <a:gd name="connsiteY5" fmla="*/ 5638800 h 5638800"/>
              <a:gd name="connisteX6" fmla="*/ 203200 w 4038600"/>
              <a:gd name="connsiteY6" fmla="*/ 5638800 h 5638800"/>
              <a:gd name="connisteX7" fmla="*/ 0 w 4038600"/>
              <a:gd name="connsiteY7" fmla="*/ 5435600 h 5638800"/>
              <a:gd name="connisteX8" fmla="*/ 0 w 4038600"/>
              <a:gd name="connsiteY8" fmla="*/ 203200 h 5638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4038600" h="5638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835400" y="0"/>
                </a:lnTo>
                <a:cubicBezTo>
                  <a:pt x="3947624" y="0"/>
                  <a:pt x="4038600" y="90976"/>
                  <a:pt x="4038600" y="203200"/>
                </a:cubicBezTo>
                <a:lnTo>
                  <a:pt x="4038600" y="5435600"/>
                </a:lnTo>
                <a:cubicBezTo>
                  <a:pt x="4038600" y="5547824"/>
                  <a:pt x="3947624" y="5638800"/>
                  <a:pt x="3835400" y="5638800"/>
                </a:cubicBezTo>
                <a:lnTo>
                  <a:pt x="203200" y="5638800"/>
                </a:lnTo>
                <a:cubicBezTo>
                  <a:pt x="90976" y="5638800"/>
                  <a:pt x="0" y="5547824"/>
                  <a:pt x="0" y="5435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装饰  7"/>
          <p:cNvSpPr>
            <a:spLocks noGrp="1"/>
          </p:cNvSpPr>
          <p:nvPr>
            <p:ph type="body" idx="16395" hasCustomPrompt="1"/>
            <p:custDataLst>
              <p:tags r:id="rId4"/>
            </p:custDataLst>
          </p:nvPr>
        </p:nvSpPr>
        <p:spPr>
          <a:xfrm>
            <a:off x="5257800" y="2235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5410200" y="2235200"/>
            <a:ext cx="27813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5410200" y="2743200"/>
            <a:ext cx="27813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0"/>
          <p:cNvSpPr>
            <a:spLocks noGrp="1"/>
          </p:cNvSpPr>
          <p:nvPr>
            <p:ph type="body" idx="16396" hasCustomPrompt="1"/>
            <p:custDataLst>
              <p:tags r:id="rId7"/>
            </p:custDataLst>
          </p:nvPr>
        </p:nvSpPr>
        <p:spPr>
          <a:xfrm>
            <a:off x="8648700" y="22352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8801100" y="2235200"/>
            <a:ext cx="27813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8801100" y="2743200"/>
            <a:ext cx="27813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装饰  3"/>
          <p:cNvSpPr>
            <a:spLocks noGrp="1"/>
          </p:cNvSpPr>
          <p:nvPr>
            <p:ph type="body" idx="16397" hasCustomPrompt="1"/>
            <p:custDataLst>
              <p:tags r:id="rId10"/>
            </p:custDataLst>
          </p:nvPr>
        </p:nvSpPr>
        <p:spPr>
          <a:xfrm>
            <a:off x="5257800" y="44196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90" hasCustomPrompt="1"/>
            <p:custDataLst>
              <p:tags r:id="rId11"/>
            </p:custDataLst>
          </p:nvPr>
        </p:nvSpPr>
        <p:spPr>
          <a:xfrm>
            <a:off x="5410200" y="4419600"/>
            <a:ext cx="27813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文本占位符 15"/>
          <p:cNvSpPr>
            <a:spLocks noGrp="1"/>
          </p:cNvSpPr>
          <p:nvPr>
            <p:ph type="body" idx="16391" hasCustomPrompt="1"/>
            <p:custDataLst>
              <p:tags r:id="rId12"/>
            </p:custDataLst>
          </p:nvPr>
        </p:nvSpPr>
        <p:spPr>
          <a:xfrm>
            <a:off x="5410200" y="4927600"/>
            <a:ext cx="27813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7" name="装饰  6"/>
          <p:cNvSpPr>
            <a:spLocks noGrp="1"/>
          </p:cNvSpPr>
          <p:nvPr>
            <p:ph type="body" idx="16398" hasCustomPrompt="1"/>
            <p:custDataLst>
              <p:tags r:id="rId13"/>
            </p:custDataLst>
          </p:nvPr>
        </p:nvSpPr>
        <p:spPr>
          <a:xfrm>
            <a:off x="8648700" y="4419600"/>
            <a:ext cx="50800" cy="1727200"/>
          </a:xfrm>
          <a:custGeom>
            <a:avLst/>
            <a:gdLst>
              <a:gd name="connisteX0" fmla="*/ 0 w 50800"/>
              <a:gd name="connsiteY0" fmla="*/ 25400 h 1727200"/>
              <a:gd name="connisteX1" fmla="*/ 25400 w 50800"/>
              <a:gd name="connsiteY1" fmla="*/ 0 h 1727200"/>
              <a:gd name="connisteX2" fmla="*/ 25400 w 50800"/>
              <a:gd name="connsiteY2" fmla="*/ 0 h 1727200"/>
              <a:gd name="connisteX3" fmla="*/ 50800 w 50800"/>
              <a:gd name="connsiteY3" fmla="*/ 25400 h 1727200"/>
              <a:gd name="connisteX4" fmla="*/ 50800 w 50800"/>
              <a:gd name="connsiteY4" fmla="*/ 1701800 h 1727200"/>
              <a:gd name="connisteX5" fmla="*/ 25400 w 50800"/>
              <a:gd name="connsiteY5" fmla="*/ 1727200 h 1727200"/>
              <a:gd name="connisteX6" fmla="*/ 25400 w 50800"/>
              <a:gd name="connsiteY6" fmla="*/ 1727200 h 1727200"/>
              <a:gd name="connisteX7" fmla="*/ 0 w 50800"/>
              <a:gd name="connsiteY7" fmla="*/ 1701800 h 1727200"/>
              <a:gd name="connisteX8" fmla="*/ 0 w 50800"/>
              <a:gd name="connsiteY8" fmla="*/ 25400 h 1727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7272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701800"/>
                </a:lnTo>
                <a:cubicBezTo>
                  <a:pt x="50800" y="1715828"/>
                  <a:pt x="39428" y="1727200"/>
                  <a:pt x="25400" y="1727200"/>
                </a:cubicBezTo>
                <a:lnTo>
                  <a:pt x="25400" y="1727200"/>
                </a:lnTo>
                <a:cubicBezTo>
                  <a:pt x="11372" y="1727200"/>
                  <a:pt x="0" y="1715828"/>
                  <a:pt x="0" y="17018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2" hasCustomPrompt="1"/>
            <p:custDataLst>
              <p:tags r:id="rId14"/>
            </p:custDataLst>
          </p:nvPr>
        </p:nvSpPr>
        <p:spPr>
          <a:xfrm>
            <a:off x="8801100" y="4419600"/>
            <a:ext cx="27813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9" name="文本占位符 18"/>
          <p:cNvSpPr>
            <a:spLocks noGrp="1"/>
          </p:cNvSpPr>
          <p:nvPr>
            <p:ph type="body" idx="16393" hasCustomPrompt="1"/>
            <p:custDataLst>
              <p:tags r:id="rId15"/>
            </p:custDataLst>
          </p:nvPr>
        </p:nvSpPr>
        <p:spPr>
          <a:xfrm>
            <a:off x="8801100" y="4927600"/>
            <a:ext cx="2781300" cy="12192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53_1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装饰  6"/>
          <p:cNvSpPr>
            <a:spLocks noGrp="1"/>
          </p:cNvSpPr>
          <p:nvPr>
            <p:ph type="body" idx="16392" hasCustomPrompt="1"/>
            <p:custDataLst>
              <p:tags r:id="rId3"/>
            </p:custDataLst>
          </p:nvPr>
        </p:nvSpPr>
        <p:spPr>
          <a:xfrm>
            <a:off x="609600" y="3860800"/>
            <a:ext cx="3454400" cy="2387600"/>
          </a:xfrm>
          <a:custGeom>
            <a:avLst/>
            <a:gdLst>
              <a:gd name="connisteX0" fmla="*/ 0 w 3454400"/>
              <a:gd name="connsiteY0" fmla="*/ 0 h 2387600"/>
              <a:gd name="connisteX1" fmla="*/ 3454400 w 3454400"/>
              <a:gd name="connsiteY1" fmla="*/ 0 h 2387600"/>
              <a:gd name="connisteX2" fmla="*/ 3454400 w 3454400"/>
              <a:gd name="connsiteY2" fmla="*/ 2184400 h 2387600"/>
              <a:gd name="connisteX3" fmla="*/ 3251200 w 3454400"/>
              <a:gd name="connsiteY3" fmla="*/ 2387600 h 2387600"/>
              <a:gd name="connisteX4" fmla="*/ 203200 w 3454400"/>
              <a:gd name="connsiteY4" fmla="*/ 2387600 h 2387600"/>
              <a:gd name="connisteX5" fmla="*/ 0 w 3454400"/>
              <a:gd name="connsiteY5" fmla="*/ 2184400 h 2387600"/>
              <a:gd name="connisteX6" fmla="*/ 0 w 34544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图片占位符 7"/>
          <p:cNvSpPr>
            <a:spLocks noGrp="1"/>
          </p:cNvSpPr>
          <p:nvPr>
            <p:ph type="pic" idx="16393" hasCustomPrompt="1"/>
            <p:custDataLst>
              <p:tags r:id="rId4"/>
            </p:custDataLst>
          </p:nvPr>
        </p:nvSpPr>
        <p:spPr>
          <a:xfrm>
            <a:off x="6096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336800 h 2336800"/>
              <a:gd name="connisteX5" fmla="*/ 0 w 3454400"/>
              <a:gd name="connsiteY5" fmla="*/ 2336800 h 2336800"/>
              <a:gd name="connisteX6" fmla="*/ 0 w 34544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914400" y="4064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914400" y="45212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0"/>
          <p:cNvSpPr>
            <a:spLocks noGrp="1"/>
          </p:cNvSpPr>
          <p:nvPr>
            <p:ph type="body" idx="16394" hasCustomPrompt="1"/>
            <p:custDataLst>
              <p:tags r:id="rId7"/>
            </p:custDataLst>
          </p:nvPr>
        </p:nvSpPr>
        <p:spPr>
          <a:xfrm>
            <a:off x="4368800" y="3860800"/>
            <a:ext cx="3454400" cy="2387600"/>
          </a:xfrm>
          <a:custGeom>
            <a:avLst/>
            <a:gdLst>
              <a:gd name="connisteX0" fmla="*/ 0 w 3454400"/>
              <a:gd name="connsiteY0" fmla="*/ 0 h 2387600"/>
              <a:gd name="connisteX1" fmla="*/ 3454400 w 3454400"/>
              <a:gd name="connsiteY1" fmla="*/ 0 h 2387600"/>
              <a:gd name="connisteX2" fmla="*/ 3454400 w 3454400"/>
              <a:gd name="connsiteY2" fmla="*/ 2184400 h 2387600"/>
              <a:gd name="connisteX3" fmla="*/ 3251200 w 3454400"/>
              <a:gd name="connsiteY3" fmla="*/ 2387600 h 2387600"/>
              <a:gd name="connisteX4" fmla="*/ 203200 w 3454400"/>
              <a:gd name="connsiteY4" fmla="*/ 2387600 h 2387600"/>
              <a:gd name="connisteX5" fmla="*/ 0 w 3454400"/>
              <a:gd name="connsiteY5" fmla="*/ 2184400 h 2387600"/>
              <a:gd name="connisteX6" fmla="*/ 0 w 34544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图片占位符 11"/>
          <p:cNvSpPr>
            <a:spLocks noGrp="1"/>
          </p:cNvSpPr>
          <p:nvPr>
            <p:ph type="pic" idx="16395" hasCustomPrompt="1"/>
            <p:custDataLst>
              <p:tags r:id="rId8"/>
            </p:custDataLst>
          </p:nvPr>
        </p:nvSpPr>
        <p:spPr>
          <a:xfrm>
            <a:off x="43688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336800 h 2336800"/>
              <a:gd name="connisteX5" fmla="*/ 0 w 3454400"/>
              <a:gd name="connsiteY5" fmla="*/ 2336800 h 2336800"/>
              <a:gd name="connisteX6" fmla="*/ 0 w 34544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8" hasCustomPrompt="1"/>
            <p:custDataLst>
              <p:tags r:id="rId9"/>
            </p:custDataLst>
          </p:nvPr>
        </p:nvSpPr>
        <p:spPr>
          <a:xfrm>
            <a:off x="4673600" y="4064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89" hasCustomPrompt="1"/>
            <p:custDataLst>
              <p:tags r:id="rId10"/>
            </p:custDataLst>
          </p:nvPr>
        </p:nvSpPr>
        <p:spPr>
          <a:xfrm>
            <a:off x="4673600" y="45212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装饰  4"/>
          <p:cNvSpPr>
            <a:spLocks noGrp="1"/>
          </p:cNvSpPr>
          <p:nvPr>
            <p:ph type="body" idx="16396" hasCustomPrompt="1"/>
            <p:custDataLst>
              <p:tags r:id="rId11"/>
            </p:custDataLst>
          </p:nvPr>
        </p:nvSpPr>
        <p:spPr>
          <a:xfrm>
            <a:off x="8128000" y="3860800"/>
            <a:ext cx="3454400" cy="2387600"/>
          </a:xfrm>
          <a:custGeom>
            <a:avLst/>
            <a:gdLst>
              <a:gd name="connisteX0" fmla="*/ 0 w 3454400"/>
              <a:gd name="connsiteY0" fmla="*/ 0 h 2387600"/>
              <a:gd name="connisteX1" fmla="*/ 3454400 w 3454400"/>
              <a:gd name="connsiteY1" fmla="*/ 0 h 2387600"/>
              <a:gd name="connisteX2" fmla="*/ 3454400 w 3454400"/>
              <a:gd name="connsiteY2" fmla="*/ 2184400 h 2387600"/>
              <a:gd name="connisteX3" fmla="*/ 3251200 w 3454400"/>
              <a:gd name="connsiteY3" fmla="*/ 2387600 h 2387600"/>
              <a:gd name="connisteX4" fmla="*/ 203200 w 3454400"/>
              <a:gd name="connsiteY4" fmla="*/ 2387600 h 2387600"/>
              <a:gd name="connisteX5" fmla="*/ 0 w 3454400"/>
              <a:gd name="connsiteY5" fmla="*/ 2184400 h 2387600"/>
              <a:gd name="connisteX6" fmla="*/ 0 w 3454400"/>
              <a:gd name="connsiteY6" fmla="*/ 0 h 23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87600">
                <a:moveTo>
                  <a:pt x="0" y="0"/>
                </a:moveTo>
                <a:lnTo>
                  <a:pt x="3454400" y="0"/>
                </a:lnTo>
                <a:lnTo>
                  <a:pt x="3454400" y="2184400"/>
                </a:lnTo>
                <a:cubicBezTo>
                  <a:pt x="3454400" y="2296624"/>
                  <a:pt x="3363424" y="2387600"/>
                  <a:pt x="3251200" y="2387600"/>
                </a:cubicBezTo>
                <a:lnTo>
                  <a:pt x="203200" y="2387600"/>
                </a:lnTo>
                <a:cubicBezTo>
                  <a:pt x="90976" y="2387600"/>
                  <a:pt x="0" y="2296624"/>
                  <a:pt x="0" y="2184400"/>
                </a:cubicBez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10000"/>
                  <a:lumOff val="90000"/>
                </a:schemeClr>
              </a:gs>
              <a:gs pos="100000">
                <a:schemeClr val="accent1">
                  <a:lumMod val="10000"/>
                  <a:lumOff val="90000"/>
                </a:schemeClr>
              </a:gs>
            </a:gsLst>
            <a:lin ang="5400000"/>
          </a:gra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6" name="图片占位符 15"/>
          <p:cNvSpPr>
            <a:spLocks noGrp="1"/>
          </p:cNvSpPr>
          <p:nvPr>
            <p:ph type="pic" idx="16397" hasCustomPrompt="1"/>
            <p:custDataLst>
              <p:tags r:id="rId12"/>
            </p:custDataLst>
          </p:nvPr>
        </p:nvSpPr>
        <p:spPr>
          <a:xfrm>
            <a:off x="8128000" y="1524000"/>
            <a:ext cx="3454400" cy="2336800"/>
          </a:xfrm>
          <a:custGeom>
            <a:avLst/>
            <a:gdLst>
              <a:gd name="connisteX0" fmla="*/ 0 w 3454400"/>
              <a:gd name="connsiteY0" fmla="*/ 203200 h 2336800"/>
              <a:gd name="connisteX1" fmla="*/ 203200 w 3454400"/>
              <a:gd name="connsiteY1" fmla="*/ 0 h 2336800"/>
              <a:gd name="connisteX2" fmla="*/ 3251200 w 3454400"/>
              <a:gd name="connsiteY2" fmla="*/ 0 h 2336800"/>
              <a:gd name="connisteX3" fmla="*/ 3454400 w 3454400"/>
              <a:gd name="connsiteY3" fmla="*/ 203200 h 2336800"/>
              <a:gd name="connisteX4" fmla="*/ 3454400 w 3454400"/>
              <a:gd name="connsiteY4" fmla="*/ 2336800 h 2336800"/>
              <a:gd name="connisteX5" fmla="*/ 0 w 3454400"/>
              <a:gd name="connsiteY5" fmla="*/ 2336800 h 2336800"/>
              <a:gd name="connisteX6" fmla="*/ 0 w 3454400"/>
              <a:gd name="connsiteY6" fmla="*/ 203200 h 2336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</a:cxnLst>
            <a:pathLst>
              <a:path w="3454400" h="2336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2336800"/>
                </a:lnTo>
                <a:lnTo>
                  <a:pt x="0" y="2336800"/>
                </a:ln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7" name="文本占位符 16"/>
          <p:cNvSpPr>
            <a:spLocks noGrp="1"/>
          </p:cNvSpPr>
          <p:nvPr>
            <p:ph type="body" idx="16390" hasCustomPrompt="1"/>
            <p:custDataLst>
              <p:tags r:id="rId13"/>
            </p:custDataLst>
          </p:nvPr>
        </p:nvSpPr>
        <p:spPr>
          <a:xfrm>
            <a:off x="8432800" y="4064000"/>
            <a:ext cx="28448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8" name="文本占位符 17"/>
          <p:cNvSpPr>
            <a:spLocks noGrp="1"/>
          </p:cNvSpPr>
          <p:nvPr>
            <p:ph type="body" idx="16391" hasCustomPrompt="1"/>
            <p:custDataLst>
              <p:tags r:id="rId14"/>
            </p:custDataLst>
          </p:nvPr>
        </p:nvSpPr>
        <p:spPr>
          <a:xfrm>
            <a:off x="8432800" y="4521200"/>
            <a:ext cx="2844800" cy="15240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42_45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单击此处添加标题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6390" hasCustomPrompt="1"/>
            <p:custDataLst>
              <p:tags r:id="rId3"/>
            </p:custDataLst>
          </p:nvPr>
        </p:nvSpPr>
        <p:spPr>
          <a:xfrm>
            <a:off x="609600" y="1524000"/>
            <a:ext cx="10972800" cy="2844800"/>
          </a:xfrm>
          <a:custGeom>
            <a:avLst/>
            <a:gdLst>
              <a:gd name="connisteX0" fmla="*/ 0 w 10972800"/>
              <a:gd name="connsiteY0" fmla="*/ 203200 h 2844800"/>
              <a:gd name="connisteX1" fmla="*/ 203200 w 10972800"/>
              <a:gd name="connsiteY1" fmla="*/ 0 h 2844800"/>
              <a:gd name="connisteX2" fmla="*/ 10769600 w 10972800"/>
              <a:gd name="connsiteY2" fmla="*/ 0 h 2844800"/>
              <a:gd name="connisteX3" fmla="*/ 10972800 w 10972800"/>
              <a:gd name="connsiteY3" fmla="*/ 203200 h 2844800"/>
              <a:gd name="connisteX4" fmla="*/ 10972800 w 10972800"/>
              <a:gd name="connsiteY4" fmla="*/ 2641600 h 2844800"/>
              <a:gd name="connisteX5" fmla="*/ 10769600 w 10972800"/>
              <a:gd name="connsiteY5" fmla="*/ 2844800 h 2844800"/>
              <a:gd name="connisteX6" fmla="*/ 203200 w 10972800"/>
              <a:gd name="connsiteY6" fmla="*/ 2844800 h 2844800"/>
              <a:gd name="connisteX7" fmla="*/ 0 w 10972800"/>
              <a:gd name="connsiteY7" fmla="*/ 2641600 h 2844800"/>
              <a:gd name="connisteX8" fmla="*/ 0 w 10972800"/>
              <a:gd name="connsiteY8" fmla="*/ 203200 h 28448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10972800" h="28448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10769600" y="0"/>
                </a:lnTo>
                <a:cubicBezTo>
                  <a:pt x="10881824" y="0"/>
                  <a:pt x="10972800" y="90976"/>
                  <a:pt x="10972800" y="203200"/>
                </a:cubicBezTo>
                <a:lnTo>
                  <a:pt x="10972800" y="2641600"/>
                </a:lnTo>
                <a:cubicBezTo>
                  <a:pt x="10972800" y="2753824"/>
                  <a:pt x="10881824" y="2844800"/>
                  <a:pt x="10769600" y="2844800"/>
                </a:cubicBezTo>
                <a:lnTo>
                  <a:pt x="203200" y="2844800"/>
                </a:lnTo>
                <a:cubicBezTo>
                  <a:pt x="90976" y="2844800"/>
                  <a:pt x="0" y="2753824"/>
                  <a:pt x="0" y="26416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装饰  7"/>
          <p:cNvSpPr>
            <a:spLocks noGrp="1"/>
          </p:cNvSpPr>
          <p:nvPr>
            <p:ph type="body" idx="16391" hasCustomPrompt="1"/>
            <p:custDataLst>
              <p:tags r:id="rId4"/>
            </p:custDataLst>
          </p:nvPr>
        </p:nvSpPr>
        <p:spPr>
          <a:xfrm>
            <a:off x="609600" y="4826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6" hasCustomPrompt="1"/>
            <p:custDataLst>
              <p:tags r:id="rId5"/>
            </p:custDataLst>
          </p:nvPr>
        </p:nvSpPr>
        <p:spPr>
          <a:xfrm>
            <a:off x="762000" y="4826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87" hasCustomPrompt="1"/>
            <p:custDataLst>
              <p:tags r:id="rId6"/>
            </p:custDataLst>
          </p:nvPr>
        </p:nvSpPr>
        <p:spPr>
          <a:xfrm>
            <a:off x="762000" y="53340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0"/>
          <p:cNvSpPr>
            <a:spLocks noGrp="1"/>
          </p:cNvSpPr>
          <p:nvPr>
            <p:ph type="body" idx="16392" hasCustomPrompt="1"/>
            <p:custDataLst>
              <p:tags r:id="rId7"/>
            </p:custDataLst>
          </p:nvPr>
        </p:nvSpPr>
        <p:spPr>
          <a:xfrm>
            <a:off x="6400800" y="4826000"/>
            <a:ext cx="50800" cy="1422400"/>
          </a:xfrm>
          <a:custGeom>
            <a:avLst/>
            <a:gdLst>
              <a:gd name="connisteX0" fmla="*/ 0 w 50800"/>
              <a:gd name="connsiteY0" fmla="*/ 25400 h 1422400"/>
              <a:gd name="connisteX1" fmla="*/ 25400 w 50800"/>
              <a:gd name="connsiteY1" fmla="*/ 0 h 1422400"/>
              <a:gd name="connisteX2" fmla="*/ 25400 w 50800"/>
              <a:gd name="connsiteY2" fmla="*/ 0 h 1422400"/>
              <a:gd name="connisteX3" fmla="*/ 50800 w 50800"/>
              <a:gd name="connsiteY3" fmla="*/ 25400 h 1422400"/>
              <a:gd name="connisteX4" fmla="*/ 50800 w 50800"/>
              <a:gd name="connsiteY4" fmla="*/ 1397000 h 1422400"/>
              <a:gd name="connisteX5" fmla="*/ 25400 w 50800"/>
              <a:gd name="connsiteY5" fmla="*/ 1422400 h 1422400"/>
              <a:gd name="connisteX6" fmla="*/ 25400 w 50800"/>
              <a:gd name="connsiteY6" fmla="*/ 1422400 h 1422400"/>
              <a:gd name="connisteX7" fmla="*/ 0 w 50800"/>
              <a:gd name="connsiteY7" fmla="*/ 1397000 h 1422400"/>
              <a:gd name="connisteX8" fmla="*/ 0 w 50800"/>
              <a:gd name="connsiteY8" fmla="*/ 25400 h 14224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50800" h="1422400">
                <a:moveTo>
                  <a:pt x="0" y="25400"/>
                </a:moveTo>
                <a:cubicBezTo>
                  <a:pt x="0" y="11372"/>
                  <a:pt x="11372" y="0"/>
                  <a:pt x="25400" y="0"/>
                </a:cubicBezTo>
                <a:lnTo>
                  <a:pt x="25400" y="0"/>
                </a:lnTo>
                <a:cubicBezTo>
                  <a:pt x="39428" y="0"/>
                  <a:pt x="50800" y="11372"/>
                  <a:pt x="50800" y="25400"/>
                </a:cubicBezTo>
                <a:lnTo>
                  <a:pt x="50800" y="1397000"/>
                </a:lnTo>
                <a:cubicBezTo>
                  <a:pt x="50800" y="1411028"/>
                  <a:pt x="39428" y="1422400"/>
                  <a:pt x="25400" y="1422400"/>
                </a:cubicBezTo>
                <a:lnTo>
                  <a:pt x="25400" y="1422400"/>
                </a:lnTo>
                <a:cubicBezTo>
                  <a:pt x="11372" y="1422400"/>
                  <a:pt x="0" y="1411028"/>
                  <a:pt x="0" y="1397000"/>
                </a:cubicBezTo>
                <a:lnTo>
                  <a:pt x="0" y="25400"/>
                </a:lnTo>
                <a:close/>
              </a:path>
            </a:pathLst>
          </a:custGeom>
          <a:solidFill>
            <a:schemeClr val="accent1"/>
          </a:solidFill>
          <a:ln>
            <a:solidFill>
              <a:prstClr val="black">
                <a:alpha val="0"/>
              </a:prstClr>
            </a:solidFill>
            <a:prstDash val="solid"/>
          </a:ln>
        </p:spPr>
        <p:txBody>
          <a:bodyPr>
            <a:no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88" hasCustomPrompt="1"/>
            <p:custDataLst>
              <p:tags r:id="rId8"/>
            </p:custDataLst>
          </p:nvPr>
        </p:nvSpPr>
        <p:spPr>
          <a:xfrm>
            <a:off x="6553200" y="4826000"/>
            <a:ext cx="50292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单击此处添加项标题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89" hasCustomPrompt="1"/>
            <p:custDataLst>
              <p:tags r:id="rId9"/>
            </p:custDataLst>
          </p:nvPr>
        </p:nvSpPr>
        <p:spPr>
          <a:xfrm>
            <a:off x="6553200" y="5334000"/>
            <a:ext cx="5029200" cy="914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  <a:t>单击此处添加项正文</a:t>
            </a:r>
            <a:endParaRPr lang="zh-CN" altLang="en-US" smtClean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页-10009_1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6" name="标题 5"/>
          <p:cNvSpPr>
            <a:spLocks noGrp="1"/>
          </p:cNvSpPr>
          <p:nvPr>
            <p:ph type="ctrTitle" idx="16385" hasCustomPrompt="1"/>
            <p:custDataLst>
              <p:tags r:id="rId2"/>
            </p:custDataLst>
          </p:nvPr>
        </p:nvSpPr>
        <p:spPr>
          <a:xfrm>
            <a:off x="609600" y="533400"/>
            <a:ext cx="109728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3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/>
              <a:t>单击此处添加标题</a:t>
            </a:r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idx="16392" hasCustomPrompt="1"/>
            <p:custDataLst>
              <p:tags r:id="rId3"/>
            </p:custDataLst>
          </p:nvPr>
        </p:nvSpPr>
        <p:spPr>
          <a:xfrm>
            <a:off x="609600" y="1524000"/>
            <a:ext cx="3454400" cy="3251200"/>
          </a:xfrm>
          <a:custGeom>
            <a:avLst/>
            <a:gdLst>
              <a:gd name="connisteX0" fmla="*/ 0 w 3454400"/>
              <a:gd name="connsiteY0" fmla="*/ 203200 h 3251200"/>
              <a:gd name="connisteX1" fmla="*/ 203200 w 3454400"/>
              <a:gd name="connsiteY1" fmla="*/ 0 h 3251200"/>
              <a:gd name="connisteX2" fmla="*/ 3251200 w 3454400"/>
              <a:gd name="connsiteY2" fmla="*/ 0 h 3251200"/>
              <a:gd name="connisteX3" fmla="*/ 3454400 w 3454400"/>
              <a:gd name="connsiteY3" fmla="*/ 203200 h 3251200"/>
              <a:gd name="connisteX4" fmla="*/ 3454400 w 3454400"/>
              <a:gd name="connsiteY4" fmla="*/ 3048000 h 3251200"/>
              <a:gd name="connisteX5" fmla="*/ 3251200 w 3454400"/>
              <a:gd name="connsiteY5" fmla="*/ 3251200 h 3251200"/>
              <a:gd name="connisteX6" fmla="*/ 203200 w 3454400"/>
              <a:gd name="connsiteY6" fmla="*/ 3251200 h 3251200"/>
              <a:gd name="connisteX7" fmla="*/ 0 w 3454400"/>
              <a:gd name="connsiteY7" fmla="*/ 3048000 h 3251200"/>
              <a:gd name="connisteX8" fmla="*/ 0 w 3454400"/>
              <a:gd name="connsiteY8" fmla="*/ 203200 h 3251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251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048000"/>
                </a:lnTo>
                <a:cubicBezTo>
                  <a:pt x="3454400" y="3160224"/>
                  <a:pt x="3363424" y="3251200"/>
                  <a:pt x="3251200" y="3251200"/>
                </a:cubicBezTo>
                <a:lnTo>
                  <a:pt x="203200" y="3251200"/>
                </a:lnTo>
                <a:cubicBezTo>
                  <a:pt x="90976" y="3251200"/>
                  <a:pt x="0" y="3160224"/>
                  <a:pt x="0" y="3048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8" name="文本占位符 7"/>
          <p:cNvSpPr>
            <a:spLocks noGrp="1"/>
          </p:cNvSpPr>
          <p:nvPr>
            <p:ph type="body" idx="16386" hasCustomPrompt="1"/>
            <p:custDataLst>
              <p:tags r:id="rId4"/>
            </p:custDataLst>
          </p:nvPr>
        </p:nvSpPr>
        <p:spPr>
          <a:xfrm>
            <a:off x="609600" y="50800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9" name="文本占位符 8"/>
          <p:cNvSpPr>
            <a:spLocks noGrp="1"/>
          </p:cNvSpPr>
          <p:nvPr>
            <p:ph type="body" idx="16387" hasCustomPrompt="1"/>
            <p:custDataLst>
              <p:tags r:id="rId5"/>
            </p:custDataLst>
          </p:nvPr>
        </p:nvSpPr>
        <p:spPr>
          <a:xfrm>
            <a:off x="609600" y="5638800"/>
            <a:ext cx="345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0" name="内容占位符 9"/>
          <p:cNvSpPr>
            <a:spLocks noGrp="1"/>
          </p:cNvSpPr>
          <p:nvPr>
            <p:ph idx="16393" hasCustomPrompt="1"/>
            <p:custDataLst>
              <p:tags r:id="rId6"/>
            </p:custDataLst>
          </p:nvPr>
        </p:nvSpPr>
        <p:spPr>
          <a:xfrm>
            <a:off x="4368800" y="1524000"/>
            <a:ext cx="3454400" cy="3251200"/>
          </a:xfrm>
          <a:custGeom>
            <a:avLst/>
            <a:gdLst>
              <a:gd name="connisteX0" fmla="*/ 0 w 3454400"/>
              <a:gd name="connsiteY0" fmla="*/ 203200 h 3251200"/>
              <a:gd name="connisteX1" fmla="*/ 203200 w 3454400"/>
              <a:gd name="connsiteY1" fmla="*/ 0 h 3251200"/>
              <a:gd name="connisteX2" fmla="*/ 3251200 w 3454400"/>
              <a:gd name="connsiteY2" fmla="*/ 0 h 3251200"/>
              <a:gd name="connisteX3" fmla="*/ 3454400 w 3454400"/>
              <a:gd name="connsiteY3" fmla="*/ 203200 h 3251200"/>
              <a:gd name="connisteX4" fmla="*/ 3454400 w 3454400"/>
              <a:gd name="connsiteY4" fmla="*/ 3048000 h 3251200"/>
              <a:gd name="connisteX5" fmla="*/ 3251200 w 3454400"/>
              <a:gd name="connsiteY5" fmla="*/ 3251200 h 3251200"/>
              <a:gd name="connisteX6" fmla="*/ 203200 w 3454400"/>
              <a:gd name="connsiteY6" fmla="*/ 3251200 h 3251200"/>
              <a:gd name="connisteX7" fmla="*/ 0 w 3454400"/>
              <a:gd name="connsiteY7" fmla="*/ 3048000 h 3251200"/>
              <a:gd name="connisteX8" fmla="*/ 0 w 3454400"/>
              <a:gd name="connsiteY8" fmla="*/ 203200 h 3251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251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048000"/>
                </a:lnTo>
                <a:cubicBezTo>
                  <a:pt x="3454400" y="3160224"/>
                  <a:pt x="3363424" y="3251200"/>
                  <a:pt x="3251200" y="3251200"/>
                </a:cubicBezTo>
                <a:lnTo>
                  <a:pt x="203200" y="3251200"/>
                </a:lnTo>
                <a:cubicBezTo>
                  <a:pt x="90976" y="3251200"/>
                  <a:pt x="0" y="3160224"/>
                  <a:pt x="0" y="3048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1" name="文本占位符 10"/>
          <p:cNvSpPr>
            <a:spLocks noGrp="1"/>
          </p:cNvSpPr>
          <p:nvPr>
            <p:ph type="body" idx="16388" hasCustomPrompt="1"/>
            <p:custDataLst>
              <p:tags r:id="rId7"/>
            </p:custDataLst>
          </p:nvPr>
        </p:nvSpPr>
        <p:spPr>
          <a:xfrm>
            <a:off x="4368800" y="50800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2" name="文本占位符 11"/>
          <p:cNvSpPr>
            <a:spLocks noGrp="1"/>
          </p:cNvSpPr>
          <p:nvPr>
            <p:ph type="body" idx="16389" hasCustomPrompt="1"/>
            <p:custDataLst>
              <p:tags r:id="rId8"/>
            </p:custDataLst>
          </p:nvPr>
        </p:nvSpPr>
        <p:spPr>
          <a:xfrm>
            <a:off x="4368800" y="5638800"/>
            <a:ext cx="345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  <p:sp>
        <p:nvSpPr>
          <p:cNvPr id="13" name="内容占位符 12"/>
          <p:cNvSpPr>
            <a:spLocks noGrp="1"/>
          </p:cNvSpPr>
          <p:nvPr>
            <p:ph idx="16394" hasCustomPrompt="1"/>
            <p:custDataLst>
              <p:tags r:id="rId9"/>
            </p:custDataLst>
          </p:nvPr>
        </p:nvSpPr>
        <p:spPr>
          <a:xfrm>
            <a:off x="8128000" y="1524000"/>
            <a:ext cx="3454400" cy="3251200"/>
          </a:xfrm>
          <a:custGeom>
            <a:avLst/>
            <a:gdLst>
              <a:gd name="connisteX0" fmla="*/ 0 w 3454400"/>
              <a:gd name="connsiteY0" fmla="*/ 203200 h 3251200"/>
              <a:gd name="connisteX1" fmla="*/ 203200 w 3454400"/>
              <a:gd name="connsiteY1" fmla="*/ 0 h 3251200"/>
              <a:gd name="connisteX2" fmla="*/ 3251200 w 3454400"/>
              <a:gd name="connsiteY2" fmla="*/ 0 h 3251200"/>
              <a:gd name="connisteX3" fmla="*/ 3454400 w 3454400"/>
              <a:gd name="connsiteY3" fmla="*/ 203200 h 3251200"/>
              <a:gd name="connisteX4" fmla="*/ 3454400 w 3454400"/>
              <a:gd name="connsiteY4" fmla="*/ 3048000 h 3251200"/>
              <a:gd name="connisteX5" fmla="*/ 3251200 w 3454400"/>
              <a:gd name="connsiteY5" fmla="*/ 3251200 h 3251200"/>
              <a:gd name="connisteX6" fmla="*/ 203200 w 3454400"/>
              <a:gd name="connsiteY6" fmla="*/ 3251200 h 3251200"/>
              <a:gd name="connisteX7" fmla="*/ 0 w 3454400"/>
              <a:gd name="connsiteY7" fmla="*/ 3048000 h 3251200"/>
              <a:gd name="connisteX8" fmla="*/ 0 w 3454400"/>
              <a:gd name="connsiteY8" fmla="*/ 203200 h 32512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  <a:cxn ang="0">
                <a:pos x="connisteX4" y="connsiteY4"/>
              </a:cxn>
              <a:cxn ang="0">
                <a:pos x="connisteX5" y="connsiteY5"/>
              </a:cxn>
              <a:cxn ang="0">
                <a:pos x="connisteX6" y="connsiteY6"/>
              </a:cxn>
              <a:cxn ang="0">
                <a:pos x="connisteX7" y="connsiteY7"/>
              </a:cxn>
              <a:cxn ang="0">
                <a:pos x="connisteX8" y="connsiteY8"/>
              </a:cxn>
            </a:cxnLst>
            <a:pathLst>
              <a:path w="3454400" h="3251200">
                <a:moveTo>
                  <a:pt x="0" y="203200"/>
                </a:moveTo>
                <a:cubicBezTo>
                  <a:pt x="0" y="90976"/>
                  <a:pt x="90976" y="0"/>
                  <a:pt x="203200" y="0"/>
                </a:cubicBezTo>
                <a:lnTo>
                  <a:pt x="3251200" y="0"/>
                </a:lnTo>
                <a:cubicBezTo>
                  <a:pt x="3363424" y="0"/>
                  <a:pt x="3454400" y="90976"/>
                  <a:pt x="3454400" y="203200"/>
                </a:cubicBezTo>
                <a:lnTo>
                  <a:pt x="3454400" y="3048000"/>
                </a:lnTo>
                <a:cubicBezTo>
                  <a:pt x="3454400" y="3160224"/>
                  <a:pt x="3363424" y="3251200"/>
                  <a:pt x="3251200" y="3251200"/>
                </a:cubicBezTo>
                <a:lnTo>
                  <a:pt x="203200" y="3251200"/>
                </a:lnTo>
                <a:cubicBezTo>
                  <a:pt x="90976" y="3251200"/>
                  <a:pt x="0" y="3160224"/>
                  <a:pt x="0" y="3048000"/>
                </a:cubicBezTo>
                <a:lnTo>
                  <a:pt x="0" y="203200"/>
                </a:lnTo>
                <a:close/>
              </a:path>
            </a:pathLst>
          </a:custGeom>
          <a:solidFill>
            <a:srgbClr val="DDDDDD"/>
          </a:solidFill>
          <a:ln>
            <a:noFill/>
          </a:ln>
        </p:spPr>
        <p:txBody>
          <a:bodyPr>
            <a:normAutofit/>
          </a:bodyPr>
          <a:lstStyle>
            <a:lvl1pPr marL="0" indent="0"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lang="zh-CN" altLang="en-US" smtClean="0"/>
              <a:t> </a:t>
            </a:r>
            <a:endParaRPr lang="zh-CN" altLang="en-US" smtClean="0"/>
          </a:p>
        </p:txBody>
      </p:sp>
      <p:sp>
        <p:nvSpPr>
          <p:cNvPr id="14" name="文本占位符 13"/>
          <p:cNvSpPr>
            <a:spLocks noGrp="1"/>
          </p:cNvSpPr>
          <p:nvPr>
            <p:ph type="body" idx="16390" hasCustomPrompt="1"/>
            <p:custDataLst>
              <p:tags r:id="rId10"/>
            </p:custDataLst>
          </p:nvPr>
        </p:nvSpPr>
        <p:spPr>
          <a:xfrm>
            <a:off x="8128000" y="5080000"/>
            <a:ext cx="3454400" cy="4064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11000"/>
              </a:lnSpc>
              <a:spcBef>
                <a:spcPct val="0"/>
              </a:spcBef>
              <a:spcAft>
                <a:spcPct val="0"/>
              </a:spcAft>
              <a:buNone/>
              <a:defRPr sz="24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单击此处添加项标题</a:t>
            </a:r>
            <a:endParaRPr lang="zh-CN" altLang="en-US" smtClean="0"/>
          </a:p>
        </p:txBody>
      </p:sp>
      <p:sp>
        <p:nvSpPr>
          <p:cNvPr id="15" name="文本占位符 14"/>
          <p:cNvSpPr>
            <a:spLocks noGrp="1"/>
          </p:cNvSpPr>
          <p:nvPr>
            <p:ph type="body" idx="16391" hasCustomPrompt="1"/>
            <p:custDataLst>
              <p:tags r:id="rId11"/>
            </p:custDataLst>
          </p:nvPr>
        </p:nvSpPr>
        <p:spPr>
          <a:xfrm>
            <a:off x="8128000" y="5638800"/>
            <a:ext cx="3454400" cy="609600"/>
          </a:xfrm>
          <a:noFill/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smtClean="0"/>
              <a:t>单击此处添加项正文</a:t>
            </a:r>
            <a:endParaRPr lang="zh-CN" altLang="en-US" smtClean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4" Type="http://schemas.openxmlformats.org/officeDocument/2006/relationships/theme" Target="../theme/theme1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9.xml"/><Relationship Id="rId8" Type="http://schemas.openxmlformats.org/officeDocument/2006/relationships/slideLayout" Target="../slideLayouts/slideLayout18.xml"/><Relationship Id="rId7" Type="http://schemas.openxmlformats.org/officeDocument/2006/relationships/slideLayout" Target="../slideLayouts/slideLayout17.xml"/><Relationship Id="rId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5.xml"/><Relationship Id="rId4" Type="http://schemas.openxmlformats.org/officeDocument/2006/relationships/slideLayout" Target="../slideLayouts/slideLayout14.xml"/><Relationship Id="rId3" Type="http://schemas.openxmlformats.org/officeDocument/2006/relationships/slideLayout" Target="../slideLayouts/slideLayout13.xml"/><Relationship Id="rId24" Type="http://schemas.openxmlformats.org/officeDocument/2006/relationships/theme" Target="../theme/theme2.xml"/><Relationship Id="rId23" Type="http://schemas.openxmlformats.org/officeDocument/2006/relationships/tags" Target="../tags/tag145.xml"/><Relationship Id="rId22" Type="http://schemas.openxmlformats.org/officeDocument/2006/relationships/tags" Target="../tags/tag144.xml"/><Relationship Id="rId21" Type="http://schemas.openxmlformats.org/officeDocument/2006/relationships/tags" Target="../tags/tag143.xml"/><Relationship Id="rId20" Type="http://schemas.openxmlformats.org/officeDocument/2006/relationships/tags" Target="../tags/tag142.xml"/><Relationship Id="rId2" Type="http://schemas.openxmlformats.org/officeDocument/2006/relationships/slideLayout" Target="../slideLayouts/slideLayout12.xml"/><Relationship Id="rId19" Type="http://schemas.openxmlformats.org/officeDocument/2006/relationships/tags" Target="../tags/tag141.xml"/><Relationship Id="rId18" Type="http://schemas.openxmlformats.org/officeDocument/2006/relationships/tags" Target="../tags/tag140.xml"/><Relationship Id="rId17" Type="http://schemas.openxmlformats.org/officeDocument/2006/relationships/tags" Target="../tags/tag139.xml"/><Relationship Id="rId16" Type="http://schemas.openxmlformats.org/officeDocument/2006/relationships/tags" Target="../tags/tag138.xml"/><Relationship Id="rId15" Type="http://schemas.openxmlformats.org/officeDocument/2006/relationships/tags" Target="../tags/tag137.xml"/><Relationship Id="rId14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1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8" Type="http://schemas.openxmlformats.org/officeDocument/2006/relationships/theme" Target="../theme/theme3.xml"/><Relationship Id="rId17" Type="http://schemas.openxmlformats.org/officeDocument/2006/relationships/tags" Target="../tags/tag257.xml"/><Relationship Id="rId16" Type="http://schemas.openxmlformats.org/officeDocument/2006/relationships/tags" Target="../tags/tag256.xml"/><Relationship Id="rId15" Type="http://schemas.openxmlformats.org/officeDocument/2006/relationships/tags" Target="../tags/tag255.xml"/><Relationship Id="rId14" Type="http://schemas.openxmlformats.org/officeDocument/2006/relationships/tags" Target="../tags/tag254.xml"/><Relationship Id="rId13" Type="http://schemas.openxmlformats.org/officeDocument/2006/relationships/tags" Target="../tags/tag253.xml"/><Relationship Id="rId12" Type="http://schemas.openxmlformats.org/officeDocument/2006/relationships/tags" Target="../tags/tag252.xml"/><Relationship Id="rId11" Type="http://schemas.openxmlformats.org/officeDocument/2006/relationships/tags" Target="../tags/tag251.xml"/><Relationship Id="rId10" Type="http://schemas.openxmlformats.org/officeDocument/2006/relationships/tags" Target="../tags/tag250.xml"/><Relationship Id="rId1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1"/>
            </p:custDataLst>
          </p:nvPr>
        </p:nvSpPr>
        <p:spPr>
          <a:xfrm>
            <a:off x="605155" y="6314440"/>
            <a:ext cx="2707005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2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3"/>
            </p:custDataLst>
          </p:nvPr>
        </p:nvSpPr>
        <p:spPr>
          <a:xfrm>
            <a:off x="8877300" y="6314440"/>
            <a:ext cx="2711450" cy="31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556" y="482473"/>
            <a:ext cx="10972888" cy="71120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556" y="1524000"/>
            <a:ext cx="10972888" cy="47244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altLang="zh-CN" dirty="0"/>
          </a:p>
          <a:p>
            <a:pPr lvl="5"/>
            <a:r>
              <a:rPr lang="zh-CN" altLang="en-US" dirty="0"/>
              <a:t>第六级</a:t>
            </a:r>
            <a:endParaRPr lang="en-US" altLang="zh-CN" dirty="0"/>
          </a:p>
          <a:p>
            <a:pPr marL="2971800" marR="0" lvl="6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第七级</a:t>
            </a:r>
            <a:endParaRPr lang="en-US" altLang="zh-CN" dirty="0"/>
          </a:p>
          <a:p>
            <a:pPr marL="3429000" marR="0" lvl="7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第八级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lang="zh-CN" altLang="en-US" dirty="0"/>
              <a:t>第九级</a:t>
            </a:r>
            <a:endParaRPr lang="en-US" altLang="zh-CN" dirty="0"/>
          </a:p>
          <a:p>
            <a:pPr marL="3886200" marR="0" lvl="8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endParaRPr lang="en-US" altLang="zh-CN" dirty="0"/>
          </a:p>
          <a:p>
            <a:pPr lvl="5"/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5pPr>
      <a:lvl6pPr marL="2514600" marR="0" indent="-228600" algn="l" defTabSz="914400" rtl="0" eaLnBrk="1" fontAlgn="auto" latinLnBrk="0" hangingPunct="1">
        <a:lnSpc>
          <a:spcPct val="90000"/>
        </a:lnSpc>
        <a:spcBef>
          <a:spcPts val="500"/>
        </a:spcBef>
        <a:spcAft>
          <a:spcPts val="0"/>
        </a:spcAft>
        <a:buClrTx/>
        <a:buSzTx/>
        <a:buFont typeface="Arial" panose="020B0604020202020204" pitchFamily="34" charset="0"/>
        <a:buChar char="•"/>
        <a:defRPr lang="zh-CN" altLang="en-US" sz="2400" kern="1200" dirty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8pPr>
      <a:lvl9pPr marL="3657600" indent="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None/>
        <a:defRPr lang="en-US" altLang="zh-CN" sz="2400" kern="1200" dirty="0" smtClean="0">
          <a:solidFill>
            <a:schemeClr val="tx1"/>
          </a:solidFill>
          <a:latin typeface="微软雅黑" panose="020B0503020204020204" charset="-122"/>
          <a:ea typeface="微软雅黑" panose="020B0503020204020204" charset="-122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5"/>
            </p:custDataLst>
          </p:nvPr>
        </p:nvSpPr>
        <p:spPr>
          <a:xfrm>
            <a:off x="0" y="0"/>
            <a:ext cx="12190095" cy="6858000"/>
          </a:xfrm>
          <a:prstGeom prst="rect">
            <a:avLst/>
          </a:prstGeom>
          <a:gradFill>
            <a:gsLst>
              <a:gs pos="0">
                <a:schemeClr val="bg2">
                  <a:lumMod val="92000"/>
                </a:schemeClr>
              </a:gs>
              <a:gs pos="100000">
                <a:schemeClr val="bg1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9" name="任意多边形: 形状 8"/>
          <p:cNvSpPr/>
          <p:nvPr userDrawn="1">
            <p:custDataLst>
              <p:tags r:id="rId16"/>
            </p:custDataLst>
          </p:nvPr>
        </p:nvSpPr>
        <p:spPr>
          <a:xfrm flipH="1">
            <a:off x="10699478" y="0"/>
            <a:ext cx="1490346" cy="840741"/>
          </a:xfrm>
          <a:custGeom>
            <a:avLst/>
            <a:gdLst>
              <a:gd name="connsiteX0" fmla="*/ 1480712 w 1490346"/>
              <a:gd name="connsiteY0" fmla="*/ 0 h 840741"/>
              <a:gd name="connsiteX1" fmla="*/ 9634 w 1490346"/>
              <a:gd name="connsiteY1" fmla="*/ 0 h 840741"/>
              <a:gd name="connsiteX2" fmla="*/ 0 w 1490346"/>
              <a:gd name="connsiteY2" fmla="*/ 95568 h 840741"/>
              <a:gd name="connsiteX3" fmla="*/ 745173 w 1490346"/>
              <a:gd name="connsiteY3" fmla="*/ 840741 h 840741"/>
              <a:gd name="connsiteX4" fmla="*/ 1490346 w 1490346"/>
              <a:gd name="connsiteY4" fmla="*/ 95568 h 84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0346" h="840741">
                <a:moveTo>
                  <a:pt x="1480712" y="0"/>
                </a:moveTo>
                <a:lnTo>
                  <a:pt x="9634" y="0"/>
                </a:lnTo>
                <a:lnTo>
                  <a:pt x="0" y="95568"/>
                </a:lnTo>
                <a:cubicBezTo>
                  <a:pt x="0" y="507116"/>
                  <a:pt x="333625" y="840741"/>
                  <a:pt x="745173" y="840741"/>
                </a:cubicBezTo>
                <a:cubicBezTo>
                  <a:pt x="1156721" y="840741"/>
                  <a:pt x="1490346" y="507116"/>
                  <a:pt x="1490346" y="95568"/>
                </a:cubicBezTo>
                <a:close/>
              </a:path>
            </a:pathLst>
          </a:cu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accent1">
                  <a:alpha val="17000"/>
                </a:schemeClr>
              </a:gs>
            </a:gsLst>
            <a:lin ang="20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7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单击此处编辑母版标题样式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8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单击此处编辑母版文本样式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  <a:p>
            <a:pPr lvl="1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第二级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  <a:p>
            <a:pPr lvl="2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第</a:t>
            </a:r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三级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  <a:p>
            <a:pPr lvl="3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第</a:t>
            </a:r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四级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  <a:p>
            <a:pPr lvl="4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第</a:t>
            </a:r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五级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9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0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1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KSO_TEMPLATE" hidden="1"/>
          <p:cNvSpPr/>
          <p:nvPr userDrawn="1">
            <p:custDataLst>
              <p:tags r:id="rId2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23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10"/>
            </p:custDataLst>
          </p:nvPr>
        </p:nvSpPr>
        <p:spPr>
          <a:xfrm>
            <a:off x="0" y="0"/>
            <a:ext cx="12190095" cy="6858000"/>
          </a:xfrm>
          <a:prstGeom prst="rect">
            <a:avLst/>
          </a:prstGeom>
          <a:gradFill>
            <a:gsLst>
              <a:gs pos="0">
                <a:schemeClr val="bg2">
                  <a:lumMod val="92000"/>
                </a:schemeClr>
              </a:gs>
              <a:gs pos="100000">
                <a:schemeClr val="bg1"/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9" name="任意多边形: 形状 8"/>
          <p:cNvSpPr/>
          <p:nvPr userDrawn="1">
            <p:custDataLst>
              <p:tags r:id="rId11"/>
            </p:custDataLst>
          </p:nvPr>
        </p:nvSpPr>
        <p:spPr>
          <a:xfrm flipH="1">
            <a:off x="10699478" y="0"/>
            <a:ext cx="1490346" cy="840741"/>
          </a:xfrm>
          <a:custGeom>
            <a:avLst/>
            <a:gdLst>
              <a:gd name="connsiteX0" fmla="*/ 1480712 w 1490346"/>
              <a:gd name="connsiteY0" fmla="*/ 0 h 840741"/>
              <a:gd name="connsiteX1" fmla="*/ 9634 w 1490346"/>
              <a:gd name="connsiteY1" fmla="*/ 0 h 840741"/>
              <a:gd name="connsiteX2" fmla="*/ 0 w 1490346"/>
              <a:gd name="connsiteY2" fmla="*/ 95568 h 840741"/>
              <a:gd name="connsiteX3" fmla="*/ 745173 w 1490346"/>
              <a:gd name="connsiteY3" fmla="*/ 840741 h 840741"/>
              <a:gd name="connsiteX4" fmla="*/ 1490346 w 1490346"/>
              <a:gd name="connsiteY4" fmla="*/ 95568 h 8407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490346" h="840741">
                <a:moveTo>
                  <a:pt x="1480712" y="0"/>
                </a:moveTo>
                <a:lnTo>
                  <a:pt x="9634" y="0"/>
                </a:lnTo>
                <a:lnTo>
                  <a:pt x="0" y="95568"/>
                </a:lnTo>
                <a:cubicBezTo>
                  <a:pt x="0" y="507116"/>
                  <a:pt x="333625" y="840741"/>
                  <a:pt x="745173" y="840741"/>
                </a:cubicBezTo>
                <a:cubicBezTo>
                  <a:pt x="1156721" y="840741"/>
                  <a:pt x="1490346" y="507116"/>
                  <a:pt x="1490346" y="95568"/>
                </a:cubicBezTo>
                <a:close/>
              </a:path>
            </a:pathLst>
          </a:custGeom>
          <a:gradFill>
            <a:gsLst>
              <a:gs pos="100000">
                <a:schemeClr val="bg1">
                  <a:alpha val="0"/>
                </a:schemeClr>
              </a:gs>
              <a:gs pos="0">
                <a:schemeClr val="accent1">
                  <a:alpha val="17000"/>
                </a:schemeClr>
              </a:gs>
            </a:gsLst>
            <a:lin ang="207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zh-CN" altLang="en-US">
              <a:sym typeface="+mn-ea"/>
            </a:endParaRPr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单击此处编辑母版标题样式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单击此处编辑母版文本样式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  <a:p>
            <a:pPr lvl="1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第二级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  <a:p>
            <a:pPr lvl="2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第</a:t>
            </a:r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三级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  <a:p>
            <a:pPr lvl="3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第</a:t>
            </a:r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四级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  <a:p>
            <a:pPr lvl="4"/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第</a:t>
            </a:r>
            <a:r>
              <a:rPr lang="zh-CN" altLang="en-US" dirty="0">
                <a:latin typeface="Microsoft YaHei UI" panose="020B0503020204020204" charset="-122"/>
                <a:ea typeface="Microsoft YaHei UI" panose="020B0503020204020204" charset="-122"/>
              </a:rPr>
              <a:t>五级</a:t>
            </a:r>
            <a:endParaRPr lang="zh-CN" altLang="en-US" dirty="0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>
                <a:latin typeface="Microsoft YaHei UI" panose="020B0503020204020204" charset="-122"/>
                <a:ea typeface="Microsoft YaHei UI" panose="020B0503020204020204" charset="-122"/>
              </a:rPr>
            </a:fld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KSO_TEMPLATE" hidden="1"/>
          <p:cNvSpPr/>
          <p:nvPr userDrawn="1"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tags" Target="../tags/tag260.xml"/><Relationship Id="rId2" Type="http://schemas.openxmlformats.org/officeDocument/2006/relationships/tags" Target="../tags/tag259.xml"/><Relationship Id="rId1" Type="http://schemas.openxmlformats.org/officeDocument/2006/relationships/tags" Target="../tags/tag258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69.xml"/><Relationship Id="rId8" Type="http://schemas.openxmlformats.org/officeDocument/2006/relationships/tags" Target="../tags/tag268.xml"/><Relationship Id="rId7" Type="http://schemas.openxmlformats.org/officeDocument/2006/relationships/tags" Target="../tags/tag267.xml"/><Relationship Id="rId6" Type="http://schemas.openxmlformats.org/officeDocument/2006/relationships/tags" Target="../tags/tag266.xml"/><Relationship Id="rId5" Type="http://schemas.openxmlformats.org/officeDocument/2006/relationships/tags" Target="../tags/tag265.xml"/><Relationship Id="rId4" Type="http://schemas.openxmlformats.org/officeDocument/2006/relationships/tags" Target="../tags/tag264.xml"/><Relationship Id="rId3" Type="http://schemas.openxmlformats.org/officeDocument/2006/relationships/tags" Target="../tags/tag263.xml"/><Relationship Id="rId2" Type="http://schemas.openxmlformats.org/officeDocument/2006/relationships/tags" Target="../tags/tag262.xml"/><Relationship Id="rId16" Type="http://schemas.openxmlformats.org/officeDocument/2006/relationships/slideLayout" Target="../slideLayouts/slideLayout25.xml"/><Relationship Id="rId15" Type="http://schemas.openxmlformats.org/officeDocument/2006/relationships/tags" Target="../tags/tag275.xml"/><Relationship Id="rId14" Type="http://schemas.openxmlformats.org/officeDocument/2006/relationships/tags" Target="../tags/tag274.xml"/><Relationship Id="rId13" Type="http://schemas.openxmlformats.org/officeDocument/2006/relationships/tags" Target="../tags/tag273.xml"/><Relationship Id="rId12" Type="http://schemas.openxmlformats.org/officeDocument/2006/relationships/tags" Target="../tags/tag272.xml"/><Relationship Id="rId11" Type="http://schemas.openxmlformats.org/officeDocument/2006/relationships/tags" Target="../tags/tag271.xml"/><Relationship Id="rId10" Type="http://schemas.openxmlformats.org/officeDocument/2006/relationships/tags" Target="../tags/tag270.xml"/><Relationship Id="rId1" Type="http://schemas.openxmlformats.org/officeDocument/2006/relationships/tags" Target="../tags/tag261.xml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3.xml"/><Relationship Id="rId3" Type="http://schemas.openxmlformats.org/officeDocument/2006/relationships/tags" Target="../tags/tag278.xml"/><Relationship Id="rId2" Type="http://schemas.openxmlformats.org/officeDocument/2006/relationships/tags" Target="../tags/tag277.xml"/><Relationship Id="rId1" Type="http://schemas.openxmlformats.org/officeDocument/2006/relationships/tags" Target="../tags/tag276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26.xml"/><Relationship Id="rId3" Type="http://schemas.openxmlformats.org/officeDocument/2006/relationships/tags" Target="../tags/tag280.xml"/><Relationship Id="rId2" Type="http://schemas.openxmlformats.org/officeDocument/2006/relationships/tags" Target="../tags/tag279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26.xml"/><Relationship Id="rId3" Type="http://schemas.openxmlformats.org/officeDocument/2006/relationships/tags" Target="../tags/tag282.xml"/><Relationship Id="rId2" Type="http://schemas.openxmlformats.org/officeDocument/2006/relationships/image" Target="../media/image2.png"/><Relationship Id="rId1" Type="http://schemas.openxmlformats.org/officeDocument/2006/relationships/tags" Target="../tags/tag281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0.xml"/><Relationship Id="rId3" Type="http://schemas.openxmlformats.org/officeDocument/2006/relationships/tags" Target="../tags/tag285.xml"/><Relationship Id="rId2" Type="http://schemas.openxmlformats.org/officeDocument/2006/relationships/tags" Target="../tags/tag284.xml"/><Relationship Id="rId1" Type="http://schemas.openxmlformats.org/officeDocument/2006/relationships/tags" Target="../tags/tag283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294.xml"/><Relationship Id="rId8" Type="http://schemas.openxmlformats.org/officeDocument/2006/relationships/tags" Target="../tags/tag293.xml"/><Relationship Id="rId7" Type="http://schemas.openxmlformats.org/officeDocument/2006/relationships/tags" Target="../tags/tag292.xml"/><Relationship Id="rId6" Type="http://schemas.openxmlformats.org/officeDocument/2006/relationships/tags" Target="../tags/tag291.xml"/><Relationship Id="rId5" Type="http://schemas.openxmlformats.org/officeDocument/2006/relationships/tags" Target="../tags/tag290.xml"/><Relationship Id="rId4" Type="http://schemas.openxmlformats.org/officeDocument/2006/relationships/tags" Target="../tags/tag289.xml"/><Relationship Id="rId3" Type="http://schemas.openxmlformats.org/officeDocument/2006/relationships/tags" Target="../tags/tag288.xml"/><Relationship Id="rId28" Type="http://schemas.openxmlformats.org/officeDocument/2006/relationships/notesSlide" Target="../notesSlides/notesSlide3.xml"/><Relationship Id="rId27" Type="http://schemas.openxmlformats.org/officeDocument/2006/relationships/slideLayout" Target="../slideLayouts/slideLayout29.xml"/><Relationship Id="rId26" Type="http://schemas.openxmlformats.org/officeDocument/2006/relationships/tags" Target="../tags/tag303.xml"/><Relationship Id="rId25" Type="http://schemas.openxmlformats.org/officeDocument/2006/relationships/tags" Target="../tags/tag302.xml"/><Relationship Id="rId24" Type="http://schemas.openxmlformats.org/officeDocument/2006/relationships/image" Target="../media/image10.svg"/><Relationship Id="rId23" Type="http://schemas.openxmlformats.org/officeDocument/2006/relationships/image" Target="../media/image9.png"/><Relationship Id="rId22" Type="http://schemas.openxmlformats.org/officeDocument/2006/relationships/tags" Target="../tags/tag301.xml"/><Relationship Id="rId21" Type="http://schemas.openxmlformats.org/officeDocument/2006/relationships/image" Target="../media/image8.svg"/><Relationship Id="rId20" Type="http://schemas.openxmlformats.org/officeDocument/2006/relationships/image" Target="../media/image7.png"/><Relationship Id="rId2" Type="http://schemas.openxmlformats.org/officeDocument/2006/relationships/tags" Target="../tags/tag287.xml"/><Relationship Id="rId19" Type="http://schemas.openxmlformats.org/officeDocument/2006/relationships/tags" Target="../tags/tag300.xml"/><Relationship Id="rId18" Type="http://schemas.openxmlformats.org/officeDocument/2006/relationships/image" Target="../media/image6.svg"/><Relationship Id="rId17" Type="http://schemas.openxmlformats.org/officeDocument/2006/relationships/image" Target="../media/image5.png"/><Relationship Id="rId16" Type="http://schemas.openxmlformats.org/officeDocument/2006/relationships/tags" Target="../tags/tag299.xml"/><Relationship Id="rId15" Type="http://schemas.openxmlformats.org/officeDocument/2006/relationships/image" Target="../media/image4.svg"/><Relationship Id="rId14" Type="http://schemas.openxmlformats.org/officeDocument/2006/relationships/image" Target="../media/image3.png"/><Relationship Id="rId13" Type="http://schemas.openxmlformats.org/officeDocument/2006/relationships/tags" Target="../tags/tag298.xml"/><Relationship Id="rId12" Type="http://schemas.openxmlformats.org/officeDocument/2006/relationships/tags" Target="../tags/tag297.xml"/><Relationship Id="rId11" Type="http://schemas.openxmlformats.org/officeDocument/2006/relationships/tags" Target="../tags/tag296.xml"/><Relationship Id="rId10" Type="http://schemas.openxmlformats.org/officeDocument/2006/relationships/tags" Target="../tags/tag295.xml"/><Relationship Id="rId1" Type="http://schemas.openxmlformats.org/officeDocument/2006/relationships/tags" Target="../tags/tag286.xml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3.xml"/><Relationship Id="rId3" Type="http://schemas.openxmlformats.org/officeDocument/2006/relationships/tags" Target="../tags/tag306.xml"/><Relationship Id="rId2" Type="http://schemas.openxmlformats.org/officeDocument/2006/relationships/tags" Target="../tags/tag305.xml"/><Relationship Id="rId1" Type="http://schemas.openxmlformats.org/officeDocument/2006/relationships/tags" Target="../tags/tag304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315.xml"/><Relationship Id="rId8" Type="http://schemas.openxmlformats.org/officeDocument/2006/relationships/tags" Target="../tags/tag314.xml"/><Relationship Id="rId7" Type="http://schemas.openxmlformats.org/officeDocument/2006/relationships/tags" Target="../tags/tag313.xml"/><Relationship Id="rId6" Type="http://schemas.openxmlformats.org/officeDocument/2006/relationships/tags" Target="../tags/tag312.xml"/><Relationship Id="rId5" Type="http://schemas.openxmlformats.org/officeDocument/2006/relationships/tags" Target="../tags/tag311.xml"/><Relationship Id="rId4" Type="http://schemas.openxmlformats.org/officeDocument/2006/relationships/tags" Target="../tags/tag310.xml"/><Relationship Id="rId3" Type="http://schemas.openxmlformats.org/officeDocument/2006/relationships/tags" Target="../tags/tag309.xml"/><Relationship Id="rId2" Type="http://schemas.openxmlformats.org/officeDocument/2006/relationships/tags" Target="../tags/tag308.xml"/><Relationship Id="rId17" Type="http://schemas.openxmlformats.org/officeDocument/2006/relationships/notesSlide" Target="../notesSlides/notesSlide4.xml"/><Relationship Id="rId16" Type="http://schemas.openxmlformats.org/officeDocument/2006/relationships/slideLayout" Target="../slideLayouts/slideLayout30.xml"/><Relationship Id="rId15" Type="http://schemas.openxmlformats.org/officeDocument/2006/relationships/tags" Target="../tags/tag321.xml"/><Relationship Id="rId14" Type="http://schemas.openxmlformats.org/officeDocument/2006/relationships/tags" Target="../tags/tag320.xml"/><Relationship Id="rId13" Type="http://schemas.openxmlformats.org/officeDocument/2006/relationships/tags" Target="../tags/tag319.xml"/><Relationship Id="rId12" Type="http://schemas.openxmlformats.org/officeDocument/2006/relationships/tags" Target="../tags/tag318.xml"/><Relationship Id="rId11" Type="http://schemas.openxmlformats.org/officeDocument/2006/relationships/tags" Target="../tags/tag317.xml"/><Relationship Id="rId10" Type="http://schemas.openxmlformats.org/officeDocument/2006/relationships/tags" Target="../tags/tag316.xml"/><Relationship Id="rId1" Type="http://schemas.openxmlformats.org/officeDocument/2006/relationships/tags" Target="../tags/tag307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tags" Target="../tags/tag330.xml"/><Relationship Id="rId8" Type="http://schemas.openxmlformats.org/officeDocument/2006/relationships/tags" Target="../tags/tag329.xml"/><Relationship Id="rId7" Type="http://schemas.openxmlformats.org/officeDocument/2006/relationships/tags" Target="../tags/tag328.xml"/><Relationship Id="rId6" Type="http://schemas.openxmlformats.org/officeDocument/2006/relationships/tags" Target="../tags/tag327.xml"/><Relationship Id="rId5" Type="http://schemas.openxmlformats.org/officeDocument/2006/relationships/tags" Target="../tags/tag326.xml"/><Relationship Id="rId4" Type="http://schemas.openxmlformats.org/officeDocument/2006/relationships/tags" Target="../tags/tag325.xml"/><Relationship Id="rId32" Type="http://schemas.openxmlformats.org/officeDocument/2006/relationships/notesSlide" Target="../notesSlides/notesSlide5.xml"/><Relationship Id="rId31" Type="http://schemas.openxmlformats.org/officeDocument/2006/relationships/slideLayout" Target="../slideLayouts/slideLayout30.xml"/><Relationship Id="rId30" Type="http://schemas.openxmlformats.org/officeDocument/2006/relationships/tags" Target="../tags/tag349.xml"/><Relationship Id="rId3" Type="http://schemas.openxmlformats.org/officeDocument/2006/relationships/tags" Target="../tags/tag324.xml"/><Relationship Id="rId29" Type="http://schemas.openxmlformats.org/officeDocument/2006/relationships/image" Target="../media/image12.png"/><Relationship Id="rId28" Type="http://schemas.openxmlformats.org/officeDocument/2006/relationships/image" Target="../media/image11.png"/><Relationship Id="rId27" Type="http://schemas.openxmlformats.org/officeDocument/2006/relationships/tags" Target="../tags/tag348.xml"/><Relationship Id="rId26" Type="http://schemas.openxmlformats.org/officeDocument/2006/relationships/tags" Target="../tags/tag347.xml"/><Relationship Id="rId25" Type="http://schemas.openxmlformats.org/officeDocument/2006/relationships/tags" Target="../tags/tag346.xml"/><Relationship Id="rId24" Type="http://schemas.openxmlformats.org/officeDocument/2006/relationships/tags" Target="../tags/tag345.xml"/><Relationship Id="rId23" Type="http://schemas.openxmlformats.org/officeDocument/2006/relationships/tags" Target="../tags/tag344.xml"/><Relationship Id="rId22" Type="http://schemas.openxmlformats.org/officeDocument/2006/relationships/tags" Target="../tags/tag343.xml"/><Relationship Id="rId21" Type="http://schemas.openxmlformats.org/officeDocument/2006/relationships/tags" Target="../tags/tag342.xml"/><Relationship Id="rId20" Type="http://schemas.openxmlformats.org/officeDocument/2006/relationships/tags" Target="../tags/tag341.xml"/><Relationship Id="rId2" Type="http://schemas.openxmlformats.org/officeDocument/2006/relationships/tags" Target="../tags/tag323.xml"/><Relationship Id="rId19" Type="http://schemas.openxmlformats.org/officeDocument/2006/relationships/tags" Target="../tags/tag340.xml"/><Relationship Id="rId18" Type="http://schemas.openxmlformats.org/officeDocument/2006/relationships/tags" Target="../tags/tag339.xml"/><Relationship Id="rId17" Type="http://schemas.openxmlformats.org/officeDocument/2006/relationships/tags" Target="../tags/tag338.xml"/><Relationship Id="rId16" Type="http://schemas.openxmlformats.org/officeDocument/2006/relationships/tags" Target="../tags/tag337.xml"/><Relationship Id="rId15" Type="http://schemas.openxmlformats.org/officeDocument/2006/relationships/tags" Target="../tags/tag336.xml"/><Relationship Id="rId14" Type="http://schemas.openxmlformats.org/officeDocument/2006/relationships/tags" Target="../tags/tag335.xml"/><Relationship Id="rId13" Type="http://schemas.openxmlformats.org/officeDocument/2006/relationships/tags" Target="../tags/tag334.xml"/><Relationship Id="rId12" Type="http://schemas.openxmlformats.org/officeDocument/2006/relationships/tags" Target="../tags/tag333.xml"/><Relationship Id="rId11" Type="http://schemas.openxmlformats.org/officeDocument/2006/relationships/tags" Target="../tags/tag332.xml"/><Relationship Id="rId10" Type="http://schemas.openxmlformats.org/officeDocument/2006/relationships/tags" Target="../tags/tag331.xml"/><Relationship Id="rId1" Type="http://schemas.openxmlformats.org/officeDocument/2006/relationships/tags" Target="../tags/tag322.xml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3.xml"/><Relationship Id="rId3" Type="http://schemas.openxmlformats.org/officeDocument/2006/relationships/tags" Target="../tags/tag352.xml"/><Relationship Id="rId2" Type="http://schemas.openxmlformats.org/officeDocument/2006/relationships/tags" Target="../tags/tag351.xml"/><Relationship Id="rId1" Type="http://schemas.openxmlformats.org/officeDocument/2006/relationships/tags" Target="../tags/tag350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tags" Target="../tags/tag361.xml"/><Relationship Id="rId8" Type="http://schemas.openxmlformats.org/officeDocument/2006/relationships/tags" Target="../tags/tag360.xml"/><Relationship Id="rId7" Type="http://schemas.openxmlformats.org/officeDocument/2006/relationships/tags" Target="../tags/tag359.xml"/><Relationship Id="rId6" Type="http://schemas.openxmlformats.org/officeDocument/2006/relationships/tags" Target="../tags/tag358.xml"/><Relationship Id="rId5" Type="http://schemas.openxmlformats.org/officeDocument/2006/relationships/tags" Target="../tags/tag357.xml"/><Relationship Id="rId4" Type="http://schemas.openxmlformats.org/officeDocument/2006/relationships/tags" Target="../tags/tag356.xml"/><Relationship Id="rId3" Type="http://schemas.openxmlformats.org/officeDocument/2006/relationships/tags" Target="../tags/tag355.xml"/><Relationship Id="rId28" Type="http://schemas.openxmlformats.org/officeDocument/2006/relationships/notesSlide" Target="../notesSlides/notesSlide6.xml"/><Relationship Id="rId27" Type="http://schemas.openxmlformats.org/officeDocument/2006/relationships/slideLayout" Target="../slideLayouts/slideLayout31.xml"/><Relationship Id="rId26" Type="http://schemas.openxmlformats.org/officeDocument/2006/relationships/tags" Target="../tags/tag378.xml"/><Relationship Id="rId25" Type="http://schemas.openxmlformats.org/officeDocument/2006/relationships/tags" Target="../tags/tag377.xml"/><Relationship Id="rId24" Type="http://schemas.openxmlformats.org/officeDocument/2006/relationships/tags" Target="../tags/tag376.xml"/><Relationship Id="rId23" Type="http://schemas.openxmlformats.org/officeDocument/2006/relationships/tags" Target="../tags/tag375.xml"/><Relationship Id="rId22" Type="http://schemas.openxmlformats.org/officeDocument/2006/relationships/tags" Target="../tags/tag374.xml"/><Relationship Id="rId21" Type="http://schemas.openxmlformats.org/officeDocument/2006/relationships/tags" Target="../tags/tag373.xml"/><Relationship Id="rId20" Type="http://schemas.openxmlformats.org/officeDocument/2006/relationships/tags" Target="../tags/tag372.xml"/><Relationship Id="rId2" Type="http://schemas.openxmlformats.org/officeDocument/2006/relationships/tags" Target="../tags/tag354.xml"/><Relationship Id="rId19" Type="http://schemas.openxmlformats.org/officeDocument/2006/relationships/tags" Target="../tags/tag371.xml"/><Relationship Id="rId18" Type="http://schemas.openxmlformats.org/officeDocument/2006/relationships/tags" Target="../tags/tag370.xml"/><Relationship Id="rId17" Type="http://schemas.openxmlformats.org/officeDocument/2006/relationships/tags" Target="../tags/tag369.xml"/><Relationship Id="rId16" Type="http://schemas.openxmlformats.org/officeDocument/2006/relationships/tags" Target="../tags/tag368.xml"/><Relationship Id="rId15" Type="http://schemas.openxmlformats.org/officeDocument/2006/relationships/tags" Target="../tags/tag367.xml"/><Relationship Id="rId14" Type="http://schemas.openxmlformats.org/officeDocument/2006/relationships/tags" Target="../tags/tag366.xml"/><Relationship Id="rId13" Type="http://schemas.openxmlformats.org/officeDocument/2006/relationships/tags" Target="../tags/tag365.xml"/><Relationship Id="rId12" Type="http://schemas.openxmlformats.org/officeDocument/2006/relationships/tags" Target="../tags/tag364.xml"/><Relationship Id="rId11" Type="http://schemas.openxmlformats.org/officeDocument/2006/relationships/tags" Target="../tags/tag363.xml"/><Relationship Id="rId10" Type="http://schemas.openxmlformats.org/officeDocument/2006/relationships/tags" Target="../tags/tag362.xml"/><Relationship Id="rId1" Type="http://schemas.openxmlformats.org/officeDocument/2006/relationships/tags" Target="../tags/tag353.xml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4.xml"/><Relationship Id="rId3" Type="http://schemas.openxmlformats.org/officeDocument/2006/relationships/tags" Target="../tags/tag381.xml"/><Relationship Id="rId2" Type="http://schemas.openxmlformats.org/officeDocument/2006/relationships/tags" Target="../tags/tag380.xml"/><Relationship Id="rId1" Type="http://schemas.openxmlformats.org/officeDocument/2006/relationships/tags" Target="../tags/tag37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6389"/>
            <p:custDataLst>
              <p:tags r:id="rId1"/>
            </p:custDataLst>
          </p:nvPr>
        </p:nvSpPr>
        <p:spPr>
          <a:xfrm>
            <a:off x="5078942" y="4121355"/>
            <a:ext cx="6097058" cy="457200"/>
          </a:xfrm>
        </p:spPr>
        <p:txBody>
          <a:bodyPr/>
          <a:p>
            <a:r>
              <a:rPr lang="en-US" altLang="en-US">
                <a:latin typeface="Microsoft YaHei UI" panose="020B0503020204020204" charset="-122"/>
                <a:ea typeface="Microsoft YaHei UI" panose="020B0503020204020204" charset="-122"/>
              </a:rPr>
              <a:t>2026/04/30</a:t>
            </a:r>
            <a:endParaRPr lang="en-US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标题"/>
          <p:cNvSpPr>
            <a:spLocks noGrp="1"/>
          </p:cNvSpPr>
          <p:nvPr>
            <p:ph type="title" idx="16388"/>
            <p:custDataLst>
              <p:tags r:id="rId2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专属</a:t>
            </a:r>
            <a:r>
              <a:rPr lang="en-US" altLang="zh-CN">
                <a:latin typeface="Microsoft YaHei UI" panose="020B0503020204020204" charset="-122"/>
                <a:ea typeface="Microsoft YaHei UI" panose="020B0503020204020204" charset="-122"/>
                <a:cs typeface="Arial" panose="020B0604020202020204" pitchFamily="34" charset="0"/>
              </a:rPr>
              <a:t>AI</a:t>
            </a: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大模型介绍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副标题 1"/>
          <p:cNvSpPr>
            <a:spLocks noGrp="1"/>
          </p:cNvSpPr>
          <p:nvPr>
            <p:ph type="subTitle" idx="16386"/>
            <p:custDataLst>
              <p:tags r:id="rId1"/>
            </p:custDataLst>
          </p:nvPr>
        </p:nvSpPr>
        <p:spPr/>
        <p:txBody>
          <a:bodyPr/>
          <a:p>
            <a:pPr algn="ctr">
              <a:lnSpc>
                <a:spcPct val="125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CONTENTS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标题 2"/>
          <p:cNvSpPr>
            <a:spLocks noGrp="1"/>
          </p:cNvSpPr>
          <p:nvPr>
            <p:ph type="ctrTitle" idx="16385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pPr algn="ctr">
              <a:lnSpc>
                <a:spcPct val="104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目录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idx="16388"/>
            <p:custDataLst>
              <p:tags r:id="rId3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en-US" altLang="en-US">
                <a:latin typeface="Microsoft YaHei UI" panose="020B0503020204020204" charset="-122"/>
                <a:ea typeface="Microsoft YaHei UI" panose="020B0503020204020204" charset="-122"/>
              </a:rPr>
              <a:t>01</a:t>
            </a:r>
            <a:endParaRPr lang="en-US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装饰  8"/>
          <p:cNvSpPr>
            <a:spLocks noGrp="1"/>
          </p:cNvSpPr>
          <p:nvPr>
            <p:ph type="body" idx="16395"/>
            <p:custDataLst>
              <p:tags r:id="rId4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5"/>
            </p:custDataLst>
          </p:nvPr>
        </p:nvSpPr>
        <p:spPr>
          <a:xfrm>
            <a:off x="5080000" y="2133600"/>
            <a:ext cx="2465439" cy="914400"/>
          </a:xfrm>
        </p:spPr>
        <p:txBody>
          <a:bodyPr>
            <a:normAutofit/>
          </a:bodyPr>
          <a:p>
            <a:pPr algn="l">
              <a:lnSpc>
                <a:spcPct val="118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专属大模型案例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文本占位符 6"/>
          <p:cNvSpPr>
            <a:spLocks noGrp="1"/>
          </p:cNvSpPr>
          <p:nvPr>
            <p:ph type="body" idx="16390"/>
            <p:custDataLst>
              <p:tags r:id="rId6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en-US" altLang="en-US">
                <a:latin typeface="Microsoft YaHei UI" panose="020B0503020204020204" charset="-122"/>
                <a:ea typeface="Microsoft YaHei UI" panose="020B0503020204020204" charset="-122"/>
              </a:rPr>
              <a:t>02</a:t>
            </a:r>
            <a:endParaRPr lang="en-US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装饰  1"/>
          <p:cNvSpPr>
            <a:spLocks noGrp="1"/>
          </p:cNvSpPr>
          <p:nvPr>
            <p:ph type="body" idx="16396"/>
            <p:custDataLst>
              <p:tags r:id="rId7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8"/>
            </p:custDataLst>
          </p:nvPr>
        </p:nvSpPr>
        <p:spPr>
          <a:xfrm>
            <a:off x="9004300" y="2133600"/>
            <a:ext cx="2520745" cy="914400"/>
          </a:xfrm>
        </p:spPr>
        <p:txBody>
          <a:bodyPr>
            <a:normAutofit/>
          </a:bodyPr>
          <a:p>
            <a:pPr algn="l">
              <a:lnSpc>
                <a:spcPct val="118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专属大模型的优势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文本占位符 9"/>
          <p:cNvSpPr>
            <a:spLocks noGrp="1"/>
          </p:cNvSpPr>
          <p:nvPr>
            <p:ph type="body" idx="16392"/>
            <p:custDataLst>
              <p:tags r:id="rId9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en-US" altLang="en-US">
                <a:latin typeface="Microsoft YaHei UI" panose="020B0503020204020204" charset="-122"/>
                <a:ea typeface="Microsoft YaHei UI" panose="020B0503020204020204" charset="-122"/>
              </a:rPr>
              <a:t>03</a:t>
            </a:r>
            <a:endParaRPr lang="en-US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装饰  4"/>
          <p:cNvSpPr>
            <a:spLocks noGrp="1"/>
          </p:cNvSpPr>
          <p:nvPr>
            <p:ph type="body" idx="16397"/>
            <p:custDataLst>
              <p:tags r:id="rId10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11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8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建设</a:t>
            </a: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路径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文本占位符 12"/>
          <p:cNvSpPr>
            <a:spLocks noGrp="1"/>
          </p:cNvSpPr>
          <p:nvPr>
            <p:ph type="body" idx="16394"/>
            <p:custDataLst>
              <p:tags r:id="rId12"/>
            </p:custDataLst>
          </p:nvPr>
        </p:nvSpPr>
        <p:spPr/>
        <p:txBody>
          <a:bodyPr/>
          <a:p>
            <a:pPr algn="ctr">
              <a:lnSpc>
                <a:spcPct val="109000"/>
              </a:lnSpc>
            </a:pPr>
            <a:r>
              <a:rPr lang="en-US" altLang="en-US">
                <a:latin typeface="Microsoft YaHei UI" panose="020B0503020204020204" charset="-122"/>
                <a:ea typeface="Microsoft YaHei UI" panose="020B0503020204020204" charset="-122"/>
              </a:rPr>
              <a:t>04</a:t>
            </a:r>
            <a:endParaRPr lang="en-US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装饰  7"/>
          <p:cNvSpPr>
            <a:spLocks noGrp="1"/>
          </p:cNvSpPr>
          <p:nvPr>
            <p:ph type="body" idx="16398"/>
            <p:custDataLst>
              <p:tags r:id="rId13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93"/>
            <p:custDataLst>
              <p:tags r:id="rId14"/>
            </p:custDataLst>
          </p:nvPr>
        </p:nvSpPr>
        <p:spPr/>
        <p:txBody>
          <a:bodyPr>
            <a:normAutofit/>
          </a:bodyPr>
          <a:p>
            <a:pPr algn="l">
              <a:lnSpc>
                <a:spcPct val="118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实施时间和成本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  <p:custDataLst>
      <p:tags r:id="rId15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专属大模型案例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节编号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latin typeface="Microsoft YaHei UI" panose="020B0503020204020204" charset="-122"/>
                <a:ea typeface="Microsoft YaHei UI" panose="020B0503020204020204" charset="-122"/>
              </a:rPr>
              <a:t>01</a:t>
            </a:r>
            <a:endParaRPr lang="en-US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8" name="图片 37" descr="post_object_image_5924137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9271" y="1510503"/>
            <a:ext cx="5928852" cy="3308511"/>
          </a:xfrm>
          <a:prstGeom prst="rect">
            <a:avLst/>
          </a:prstGeom>
        </p:spPr>
      </p:pic>
      <p:sp>
        <p:nvSpPr>
          <p:cNvPr id="39" name="文本框 38"/>
          <p:cNvSpPr txBox="1"/>
          <p:nvPr/>
        </p:nvSpPr>
        <p:spPr>
          <a:xfrm>
            <a:off x="522824" y="5186259"/>
            <a:ext cx="6742555" cy="6451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CN" altLang="en-US"/>
              <a:t>全国首个党规党纪垂类专属</a:t>
            </a:r>
            <a:r>
              <a:rPr lang="en-US" altLang="zh-CN"/>
              <a:t>AI</a:t>
            </a:r>
            <a:r>
              <a:rPr lang="zh-CN" altLang="en-US"/>
              <a:t>大模型</a:t>
            </a:r>
            <a:endParaRPr lang="zh-CN" altLang="en-US"/>
          </a:p>
          <a:p>
            <a:pPr algn="ctr"/>
            <a:r>
              <a:rPr lang="zh-CN" altLang="en-US"/>
              <a:t>用户端是面向机关事业单位及社会公众的“</a:t>
            </a:r>
            <a:r>
              <a:rPr lang="en-US" altLang="zh-CN"/>
              <a:t>AI</a:t>
            </a:r>
            <a:r>
              <a:rPr lang="zh-CN" altLang="en-US"/>
              <a:t>云纪问答”小程序</a:t>
            </a:r>
            <a:endParaRPr lang="zh-CN" altLang="en-US"/>
          </a:p>
        </p:txBody>
      </p:sp>
      <p:grpSp>
        <p:nvGrpSpPr>
          <p:cNvPr id="173" name="组合 172"/>
          <p:cNvGrpSpPr/>
          <p:nvPr/>
        </p:nvGrpSpPr>
        <p:grpSpPr>
          <a:xfrm rot="0">
            <a:off x="7066915" y="1510030"/>
            <a:ext cx="4399915" cy="3308985"/>
            <a:chOff x="741424" y="1654115"/>
            <a:chExt cx="5000356" cy="1988825"/>
          </a:xfrm>
        </p:grpSpPr>
        <p:sp>
          <p:nvSpPr>
            <p:cNvPr id="174" name="矩形 173"/>
            <p:cNvSpPr/>
            <p:nvPr/>
          </p:nvSpPr>
          <p:spPr>
            <a:xfrm>
              <a:off x="741424" y="1654115"/>
              <a:ext cx="5000356" cy="1988825"/>
            </a:xfrm>
            <a:prstGeom prst="rect">
              <a:avLst/>
            </a:prstGeom>
            <a:solidFill>
              <a:schemeClr val="bg1">
                <a:alpha val="100000"/>
              </a:schemeClr>
            </a:solidFill>
            <a:ln w="0"/>
          </p:spPr>
          <p:txBody>
            <a:bodyPr anchor="ctr"/>
            <a:p>
              <a:pPr algn="ctr"/>
            </a:p>
          </p:txBody>
        </p:sp>
        <p:sp>
          <p:nvSpPr>
            <p:cNvPr id="175" name="矩形 174"/>
            <p:cNvSpPr/>
            <p:nvPr/>
          </p:nvSpPr>
          <p:spPr>
            <a:xfrm>
              <a:off x="741424" y="1654117"/>
              <a:ext cx="76355" cy="1988804"/>
            </a:xfrm>
            <a:prstGeom prst="rect">
              <a:avLst/>
            </a:prstGeom>
            <a:solidFill>
              <a:srgbClr val="249087">
                <a:alpha val="100000"/>
              </a:srgbClr>
            </a:solidFill>
            <a:ln w="0"/>
          </p:spPr>
          <p:txBody>
            <a:bodyPr anchor="ctr"/>
            <a:p>
              <a:pPr algn="ctr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7265670" y="1833880"/>
            <a:ext cx="3942715" cy="1060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1400">
                <a:sym typeface="+mn-ea"/>
              </a:rPr>
              <a:t>大模型整合了百万级党规党纪、廉政案例、纪律条例等专属行业数据集，结合定制化思维链能力完成本地化搭建与专项调优；</a:t>
            </a:r>
            <a:endParaRPr lang="zh-CN" altLang="en-US" sz="1400">
              <a:solidFill>
                <a:srgbClr val="249087">
                  <a:alpha val="100000"/>
                </a:srgb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265670" y="3256915"/>
            <a:ext cx="3942715" cy="1060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1400">
                <a:sym typeface="+mn-ea"/>
              </a:rPr>
              <a:t>依托专属内部知识库作答，针对性完成大模型幻觉抑制、内容校正、口径合规优化，可精准解答党纪法规、纪律要求、廉政常识等专业问题。</a:t>
            </a:r>
            <a:endParaRPr lang="zh-CN" altLang="en-US" sz="1400">
              <a:solidFill>
                <a:srgbClr val="249087">
                  <a:alpha val="100000"/>
                </a:srgbClr>
              </a:solidFill>
              <a:latin typeface="+mn-ea"/>
              <a:cs typeface="+mn-ea"/>
              <a:sym typeface="+mn-ea"/>
            </a:endParaRPr>
          </a:p>
        </p:txBody>
      </p:sp>
      <p:sp>
        <p:nvSpPr>
          <p:cNvPr id="55" name="文本框 54"/>
          <p:cNvSpPr txBox="1"/>
          <p:nvPr>
            <p:custDataLst>
              <p:tags r:id="rId2"/>
            </p:custDataLst>
          </p:nvPr>
        </p:nvSpPr>
        <p:spPr>
          <a:xfrm>
            <a:off x="374015" y="184150"/>
            <a:ext cx="5217160" cy="576580"/>
          </a:xfrm>
          <a:prstGeom prst="rect">
            <a:avLst/>
          </a:prstGeom>
          <a:noFill/>
        </p:spPr>
        <p:txBody>
          <a:bodyPr wrap="square" lIns="17780" tIns="0" rIns="17780" bIns="0" rtlCol="0" anchor="t">
            <a:noAutofit/>
          </a:bodyPr>
          <a:p>
            <a:pPr>
              <a:lnSpc>
                <a:spcPct val="111000"/>
              </a:lnSpc>
            </a:pPr>
            <a:r>
              <a:rPr lang="zh-CN" altLang="en-US" sz="3600"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清云</a:t>
            </a:r>
            <a:r>
              <a:rPr lang="zh-CN" altLang="en-US" sz="3600">
                <a:latin typeface="Microsoft YaHei UI" panose="020B0503020204020204" charset="-122"/>
                <a:ea typeface="Microsoft YaHei UI" panose="020B0503020204020204" charset="-122"/>
                <a:cs typeface="Arial" panose="020B0604020202020204" pitchFamily="34" charset="0"/>
                <a:sym typeface="+mn-ea"/>
              </a:rPr>
              <a:t>大模型</a:t>
            </a:r>
            <a:endParaRPr sz="3600">
              <a:solidFill>
                <a:schemeClr val="dk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" name="文本框 38"/>
          <p:cNvSpPr txBox="1"/>
          <p:nvPr/>
        </p:nvSpPr>
        <p:spPr>
          <a:xfrm>
            <a:off x="364074" y="5186259"/>
            <a:ext cx="6742555" cy="6451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ctr"/>
            <a:r>
              <a:rPr lang="zh-CN" altLang="en-US"/>
              <a:t>昆明市融媒体中心自研，以自有数据训练的</a:t>
            </a:r>
            <a:r>
              <a:rPr lang="en-US" altLang="zh-CN"/>
              <a:t>AI</a:t>
            </a:r>
            <a:r>
              <a:rPr lang="zh-CN" altLang="en-US"/>
              <a:t>大模型</a:t>
            </a:r>
            <a:endParaRPr lang="zh-CN" altLang="en-US"/>
          </a:p>
          <a:p>
            <a:pPr algn="ctr"/>
            <a:r>
              <a:rPr lang="zh-CN" altLang="en-US">
                <a:sym typeface="+mn-ea"/>
              </a:rPr>
              <a:t>用户端是中心全体用户的</a:t>
            </a:r>
            <a:r>
              <a:rPr lang="en-US" altLang="zh-CN">
                <a:sym typeface="+mn-ea"/>
              </a:rPr>
              <a:t>AI</a:t>
            </a:r>
            <a:r>
              <a:rPr lang="zh-CN" altLang="en-US">
                <a:sym typeface="+mn-ea"/>
              </a:rPr>
              <a:t>智能</a:t>
            </a:r>
            <a:r>
              <a:rPr lang="zh-CN" altLang="en-US">
                <a:sym typeface="+mn-ea"/>
              </a:rPr>
              <a:t>助手</a:t>
            </a:r>
            <a:endParaRPr lang="zh-CN" altLang="en-US"/>
          </a:p>
        </p:txBody>
      </p:sp>
      <p:grpSp>
        <p:nvGrpSpPr>
          <p:cNvPr id="173" name="组合 172"/>
          <p:cNvGrpSpPr/>
          <p:nvPr/>
        </p:nvGrpSpPr>
        <p:grpSpPr>
          <a:xfrm rot="0">
            <a:off x="7066915" y="1510030"/>
            <a:ext cx="4399915" cy="3308985"/>
            <a:chOff x="741424" y="1654115"/>
            <a:chExt cx="5000356" cy="1988825"/>
          </a:xfrm>
        </p:grpSpPr>
        <p:sp>
          <p:nvSpPr>
            <p:cNvPr id="174" name="矩形 173"/>
            <p:cNvSpPr/>
            <p:nvPr/>
          </p:nvSpPr>
          <p:spPr>
            <a:xfrm>
              <a:off x="741424" y="1654115"/>
              <a:ext cx="5000356" cy="1988825"/>
            </a:xfrm>
            <a:prstGeom prst="rect">
              <a:avLst/>
            </a:prstGeom>
            <a:solidFill>
              <a:schemeClr val="bg1">
                <a:alpha val="100000"/>
              </a:schemeClr>
            </a:solidFill>
            <a:ln w="0"/>
          </p:spPr>
          <p:txBody>
            <a:bodyPr anchor="ctr"/>
            <a:p>
              <a:pPr algn="ctr"/>
            </a:p>
          </p:txBody>
        </p:sp>
        <p:sp>
          <p:nvSpPr>
            <p:cNvPr id="175" name="矩形 174"/>
            <p:cNvSpPr/>
            <p:nvPr/>
          </p:nvSpPr>
          <p:spPr>
            <a:xfrm>
              <a:off x="741424" y="1654117"/>
              <a:ext cx="76355" cy="1988804"/>
            </a:xfrm>
            <a:prstGeom prst="rect">
              <a:avLst/>
            </a:prstGeom>
            <a:solidFill>
              <a:srgbClr val="249087">
                <a:alpha val="100000"/>
              </a:srgbClr>
            </a:solidFill>
            <a:ln w="0"/>
          </p:spPr>
          <p:txBody>
            <a:bodyPr anchor="ctr"/>
            <a:p>
              <a:pPr algn="ctr"/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7265670" y="1833880"/>
            <a:ext cx="3942715" cy="1060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</a:pPr>
            <a:r>
              <a:rPr lang="zh-CN" altLang="en-US" sz="1400">
                <a:sym typeface="+mn-ea"/>
              </a:rPr>
              <a:t>基于自有的历史音视频、图片、稿件进行垂类模型训练与知识沉淀，构建出的融媒行业专属AI能力模型。</a:t>
            </a:r>
            <a:endParaRPr lang="zh-CN" altLang="en-US" sz="1400"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7265670" y="3256915"/>
            <a:ext cx="3942715" cy="1060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 eaLnBrk="1" fontAlgn="auto" latinLnBrk="0" hangingPunct="1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Tx/>
              <a:buSzTx/>
              <a:buFontTx/>
            </a:pPr>
            <a:r>
              <a:rPr lang="zh-CN" altLang="en-US" sz="1400">
                <a:sym typeface="+mn-ea"/>
              </a:rPr>
              <a:t>具备智能素材检索、全网热点智能研判、新闻文案一键创作、图文/短视频/音频AIGC生成，大幅降低数据查询、内容创作的人力与时间成本。</a:t>
            </a:r>
            <a:endParaRPr lang="zh-CN" altLang="en-US" sz="1400">
              <a:sym typeface="+mn-ea"/>
            </a:endParaRPr>
          </a:p>
        </p:txBody>
      </p:sp>
      <p:sp>
        <p:nvSpPr>
          <p:cNvPr id="55" name="文本框 54"/>
          <p:cNvSpPr txBox="1"/>
          <p:nvPr>
            <p:custDataLst>
              <p:tags r:id="rId1"/>
            </p:custDataLst>
          </p:nvPr>
        </p:nvSpPr>
        <p:spPr>
          <a:xfrm>
            <a:off x="374015" y="184150"/>
            <a:ext cx="5217160" cy="576580"/>
          </a:xfrm>
          <a:prstGeom prst="rect">
            <a:avLst/>
          </a:prstGeom>
          <a:noFill/>
        </p:spPr>
        <p:txBody>
          <a:bodyPr wrap="square" lIns="17780" tIns="0" rIns="17780" bIns="0" rtlCol="0" anchor="t">
            <a:noAutofit/>
          </a:bodyPr>
          <a:p>
            <a:pPr>
              <a:lnSpc>
                <a:spcPct val="111000"/>
              </a:lnSpc>
            </a:pPr>
            <a:r>
              <a:rPr lang="zh-CN" altLang="en-US" sz="3600">
                <a:latin typeface="Microsoft YaHei UI" panose="020B0503020204020204" charset="-122"/>
                <a:ea typeface="Microsoft YaHei UI" panose="020B0503020204020204" charset="-122"/>
                <a:cs typeface="Arial" panose="020B0604020202020204" pitchFamily="34" charset="0"/>
                <a:sym typeface="+mn-ea"/>
              </a:rPr>
              <a:t>市融媒资应用大模型</a:t>
            </a:r>
            <a:endParaRPr sz="3600">
              <a:solidFill>
                <a:schemeClr val="dk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440" y="1449705"/>
            <a:ext cx="5256530" cy="3376295"/>
          </a:xfrm>
          <a:prstGeom prst="rect">
            <a:avLst/>
          </a:prstGeom>
        </p:spPr>
      </p:pic>
    </p:spTree>
    <p:custDataLst>
      <p:tags r:id="rId3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>
                <a:latin typeface="Microsoft YaHei UI" panose="020B0503020204020204" charset="-122"/>
                <a:ea typeface="Microsoft YaHei UI" panose="020B0503020204020204" charset="-122"/>
              </a:rPr>
              <a:t>专属</a:t>
            </a: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大模型</a:t>
            </a:r>
            <a:r>
              <a:rPr>
                <a:latin typeface="Microsoft YaHei UI" panose="020B0503020204020204" charset="-122"/>
                <a:ea typeface="Microsoft YaHei UI" panose="020B0503020204020204" charset="-122"/>
              </a:rPr>
              <a:t>的优势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节编号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latin typeface="Microsoft YaHei UI" panose="020B0503020204020204" charset="-122"/>
                <a:ea typeface="Microsoft YaHei UI" panose="020B0503020204020204" charset="-122"/>
              </a:rPr>
              <a:t>02</a:t>
            </a:r>
            <a:endParaRPr lang="en-US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装饰  7"/>
          <p:cNvSpPr>
            <a:spLocks noGrp="1"/>
          </p:cNvSpPr>
          <p:nvPr>
            <p:ph type="body" idx="16395"/>
            <p:custDataLst>
              <p:tags r:id="rId1"/>
            </p:custDataLst>
          </p:nvPr>
        </p:nvSpPr>
        <p:spPr>
          <a:xfrm>
            <a:off x="2324100" y="4038600"/>
            <a:ext cx="50800" cy="1727200"/>
          </a:xfrm>
        </p:spPr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idx="16386"/>
            <p:custDataLst>
              <p:tags r:id="rId2"/>
            </p:custDataLst>
          </p:nvPr>
        </p:nvSpPr>
        <p:spPr>
          <a:xfrm>
            <a:off x="2476500" y="4038600"/>
            <a:ext cx="2781300" cy="4064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 sz="1900" b="1">
                <a:latin typeface="Microsoft YaHei UI" panose="020B0503020204020204" charset="-122"/>
                <a:ea typeface="Microsoft YaHei UI" panose="020B0503020204020204" charset="-122"/>
              </a:rPr>
              <a:t>更</a:t>
            </a:r>
            <a:r>
              <a:rPr lang="zh-CN" altLang="en-US" sz="1900" b="1">
                <a:latin typeface="Microsoft YaHei UI" panose="020B0503020204020204" charset="-122"/>
                <a:ea typeface="Microsoft YaHei UI" panose="020B0503020204020204" charset="-122"/>
              </a:rPr>
              <a:t>安全</a:t>
            </a:r>
            <a:endParaRPr lang="zh-CN" altLang="en-US" sz="1900" b="1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6" name="文本占位符 5"/>
          <p:cNvSpPr>
            <a:spLocks noGrp="1"/>
          </p:cNvSpPr>
          <p:nvPr>
            <p:ph type="body" idx="16387"/>
            <p:custDataLst>
              <p:tags r:id="rId3"/>
            </p:custDataLst>
          </p:nvPr>
        </p:nvSpPr>
        <p:spPr>
          <a:xfrm>
            <a:off x="2476500" y="4546600"/>
            <a:ext cx="2781300" cy="1219200"/>
          </a:xfrm>
        </p:spPr>
        <p:txBody>
          <a:bodyPr>
            <a:normAutofit lnSpcReduction="10000"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知识库、交互数据都在单位内部循环流转，不会外泄更加安全。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7" name="装饰  0"/>
          <p:cNvSpPr>
            <a:spLocks noGrp="1"/>
          </p:cNvSpPr>
          <p:nvPr>
            <p:ph type="body" idx="16396"/>
            <p:custDataLst>
              <p:tags r:id="rId4"/>
            </p:custDataLst>
          </p:nvPr>
        </p:nvSpPr>
        <p:spPr>
          <a:xfrm>
            <a:off x="2324100" y="1752600"/>
            <a:ext cx="50800" cy="1727200"/>
          </a:xfrm>
        </p:spPr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8" name="文本占位符 7"/>
          <p:cNvSpPr>
            <a:spLocks noGrp="1"/>
          </p:cNvSpPr>
          <p:nvPr>
            <p:ph type="body" idx="16388"/>
            <p:custDataLst>
              <p:tags r:id="rId5"/>
            </p:custDataLst>
          </p:nvPr>
        </p:nvSpPr>
        <p:spPr>
          <a:xfrm>
            <a:off x="2476500" y="1752600"/>
            <a:ext cx="2781300" cy="4064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 sz="1900" b="1">
                <a:latin typeface="Microsoft YaHei UI" panose="020B0503020204020204" charset="-122"/>
                <a:ea typeface="Microsoft YaHei UI" panose="020B0503020204020204" charset="-122"/>
              </a:rPr>
              <a:t>更</a:t>
            </a:r>
            <a:r>
              <a:rPr lang="zh-CN" altLang="en-US" sz="1900" b="1">
                <a:latin typeface="Microsoft YaHei UI" panose="020B0503020204020204" charset="-122"/>
                <a:ea typeface="Microsoft YaHei UI" panose="020B0503020204020204" charset="-122"/>
              </a:rPr>
              <a:t>专业</a:t>
            </a:r>
            <a:endParaRPr lang="zh-CN" altLang="en-US" sz="1900" b="1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9" name="文本占位符 8"/>
          <p:cNvSpPr>
            <a:spLocks noGrp="1"/>
          </p:cNvSpPr>
          <p:nvPr>
            <p:ph type="body" idx="16389"/>
            <p:custDataLst>
              <p:tags r:id="rId6"/>
            </p:custDataLst>
          </p:nvPr>
        </p:nvSpPr>
        <p:spPr>
          <a:xfrm>
            <a:off x="2476500" y="2260600"/>
            <a:ext cx="2781300" cy="1219200"/>
          </a:xfrm>
        </p:spPr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在特定领域更深入专业，回答问题时不会混淆跨领域知识，精准匹配需求。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0" name="装饰  3"/>
          <p:cNvSpPr>
            <a:spLocks noGrp="1"/>
          </p:cNvSpPr>
          <p:nvPr>
            <p:ph type="body" idx="16397"/>
            <p:custDataLst>
              <p:tags r:id="rId7"/>
            </p:custDataLst>
          </p:nvPr>
        </p:nvSpPr>
        <p:spPr>
          <a:xfrm>
            <a:off x="7684770" y="1752600"/>
            <a:ext cx="50800" cy="1727200"/>
          </a:xfrm>
        </p:spPr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1" name="文本占位符 10"/>
          <p:cNvSpPr>
            <a:spLocks noGrp="1"/>
          </p:cNvSpPr>
          <p:nvPr>
            <p:ph type="body" idx="16390"/>
            <p:custDataLst>
              <p:tags r:id="rId8"/>
            </p:custDataLst>
          </p:nvPr>
        </p:nvSpPr>
        <p:spPr>
          <a:xfrm>
            <a:off x="7837170" y="1752600"/>
            <a:ext cx="2781300" cy="4064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 sz="1900" b="1">
                <a:latin typeface="Microsoft YaHei UI" panose="020B0503020204020204" charset="-122"/>
                <a:ea typeface="Microsoft YaHei UI" panose="020B0503020204020204" charset="-122"/>
              </a:rPr>
              <a:t>更</a:t>
            </a:r>
            <a:r>
              <a:rPr lang="zh-CN" altLang="en-US" sz="1900" b="1">
                <a:latin typeface="Microsoft YaHei UI" panose="020B0503020204020204" charset="-122"/>
                <a:ea typeface="Microsoft YaHei UI" panose="020B0503020204020204" charset="-122"/>
              </a:rPr>
              <a:t>听话</a:t>
            </a:r>
            <a:endParaRPr lang="zh-CN" altLang="en-US" sz="1900" b="1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2" name="文本占位符 11"/>
          <p:cNvSpPr>
            <a:spLocks noGrp="1"/>
          </p:cNvSpPr>
          <p:nvPr>
            <p:ph type="body" idx="16391"/>
            <p:custDataLst>
              <p:tags r:id="rId9"/>
            </p:custDataLst>
          </p:nvPr>
        </p:nvSpPr>
        <p:spPr>
          <a:xfrm>
            <a:off x="7837170" y="2260600"/>
            <a:ext cx="2781300" cy="1219200"/>
          </a:xfrm>
        </p:spPr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回答的内容、格式、语气可管可控，数据可追溯，能满足各类合规要求。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3" name="装饰  6"/>
          <p:cNvSpPr>
            <a:spLocks noGrp="1"/>
          </p:cNvSpPr>
          <p:nvPr>
            <p:ph type="body" idx="16398"/>
            <p:custDataLst>
              <p:tags r:id="rId10"/>
            </p:custDataLst>
          </p:nvPr>
        </p:nvSpPr>
        <p:spPr>
          <a:xfrm>
            <a:off x="7684770" y="4038600"/>
            <a:ext cx="50800" cy="1727200"/>
          </a:xfrm>
        </p:spPr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 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4" name="文本占位符 13"/>
          <p:cNvSpPr>
            <a:spLocks noGrp="1"/>
          </p:cNvSpPr>
          <p:nvPr>
            <p:ph type="body" idx="16392"/>
            <p:custDataLst>
              <p:tags r:id="rId11"/>
            </p:custDataLst>
          </p:nvPr>
        </p:nvSpPr>
        <p:spPr>
          <a:xfrm>
            <a:off x="7837170" y="4038600"/>
            <a:ext cx="2781300" cy="406400"/>
          </a:xfrm>
        </p:spPr>
        <p:txBody>
          <a:bodyPr>
            <a:normAutofit/>
          </a:bodyPr>
          <a:p>
            <a:pPr algn="l">
              <a:lnSpc>
                <a:spcPct val="111000"/>
              </a:lnSpc>
            </a:pPr>
            <a:r>
              <a:rPr lang="zh-CN" altLang="en-US" sz="1900" b="1">
                <a:latin typeface="Microsoft YaHei UI" panose="020B0503020204020204" charset="-122"/>
                <a:ea typeface="Microsoft YaHei UI" panose="020B0503020204020204" charset="-122"/>
              </a:rPr>
              <a:t>更及时</a:t>
            </a:r>
            <a:endParaRPr lang="zh-CN" altLang="en-US" sz="1900" b="1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15" name="文本占位符 14"/>
          <p:cNvSpPr>
            <a:spLocks noGrp="1"/>
          </p:cNvSpPr>
          <p:nvPr>
            <p:ph type="body" idx="16393"/>
            <p:custDataLst>
              <p:tags r:id="rId12"/>
            </p:custDataLst>
          </p:nvPr>
        </p:nvSpPr>
        <p:spPr>
          <a:xfrm>
            <a:off x="7837170" y="4546600"/>
            <a:ext cx="2781300" cy="1219200"/>
          </a:xfrm>
        </p:spPr>
        <p:txBody>
          <a:bodyPr>
            <a:normAutofit/>
          </a:bodyPr>
          <a:p>
            <a:pPr algn="l">
              <a:lnSpc>
                <a:spcPct val="125000"/>
              </a:lnSpc>
            </a:pP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大模型数据可按业务实时更新，及时适配最新工作要求，避免信息滞后造成影响。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pic>
        <p:nvPicPr>
          <p:cNvPr id="16" name="图片 15" descr="10758964692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53200" y="2159000"/>
            <a:ext cx="914400" cy="914400"/>
          </a:xfrm>
          <a:prstGeom prst="rect">
            <a:avLst/>
          </a:prstGeom>
        </p:spPr>
      </p:pic>
      <p:pic>
        <p:nvPicPr>
          <p:cNvPr id="17" name="图片 16" descr="勋章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174115" y="2186940"/>
            <a:ext cx="914400" cy="914400"/>
          </a:xfrm>
          <a:prstGeom prst="rect">
            <a:avLst/>
          </a:prstGeom>
        </p:spPr>
      </p:pic>
      <p:pic>
        <p:nvPicPr>
          <p:cNvPr id="18" name="图片 17" descr="盾牌"/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74115" y="4384675"/>
            <a:ext cx="914400" cy="914400"/>
          </a:xfrm>
          <a:prstGeom prst="rect">
            <a:avLst/>
          </a:prstGeom>
        </p:spPr>
      </p:pic>
      <p:pic>
        <p:nvPicPr>
          <p:cNvPr id="19" name="图片 18" descr="闪电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553200" y="4384675"/>
            <a:ext cx="914400" cy="914400"/>
          </a:xfrm>
          <a:prstGeom prst="rect">
            <a:avLst/>
          </a:prstGeom>
        </p:spPr>
      </p:pic>
      <p:sp>
        <p:nvSpPr>
          <p:cNvPr id="55" name="文本框 54"/>
          <p:cNvSpPr txBox="1"/>
          <p:nvPr>
            <p:custDataLst>
              <p:tags r:id="rId25"/>
            </p:custDataLst>
          </p:nvPr>
        </p:nvSpPr>
        <p:spPr>
          <a:xfrm>
            <a:off x="374015" y="184150"/>
            <a:ext cx="5217160" cy="576580"/>
          </a:xfrm>
          <a:prstGeom prst="rect">
            <a:avLst/>
          </a:prstGeom>
          <a:noFill/>
        </p:spPr>
        <p:txBody>
          <a:bodyPr wrap="square" lIns="17780" tIns="0" rIns="17780" bIns="0" rtlCol="0" anchor="t">
            <a:noAutofit/>
          </a:bodyPr>
          <a:p>
            <a:pPr>
              <a:lnSpc>
                <a:spcPct val="111000"/>
              </a:lnSpc>
            </a:pPr>
            <a:r>
              <a:rPr lang="zh-CN" altLang="en-US" sz="3600"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专属大模型</a:t>
            </a:r>
            <a:r>
              <a:rPr lang="zh-CN" altLang="en-US" sz="3600"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的优势</a:t>
            </a:r>
            <a:endParaRPr sz="3600">
              <a:solidFill>
                <a:schemeClr val="dk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</p:spTree>
    <p:custDataLst>
      <p:tags r:id="rId26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专属大模型</a:t>
            </a: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建设</a:t>
            </a:r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路径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节编号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latin typeface="Microsoft YaHei UI" panose="020B0503020204020204" charset="-122"/>
                <a:ea typeface="Microsoft YaHei UI" panose="020B0503020204020204" charset="-122"/>
              </a:rPr>
              <a:t>03</a:t>
            </a:r>
            <a:endParaRPr lang="en-US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" name="文本框 30"/>
          <p:cNvSpPr txBox="1"/>
          <p:nvPr>
            <p:custDataLst>
              <p:tags r:id="rId1"/>
            </p:custDataLst>
          </p:nvPr>
        </p:nvSpPr>
        <p:spPr>
          <a:xfrm>
            <a:off x="1624330" y="2448560"/>
            <a:ext cx="1013460" cy="337185"/>
          </a:xfrm>
          <a:prstGeom prst="rect">
            <a:avLst/>
          </a:prstGeom>
        </p:spPr>
        <p:txBody>
          <a:bodyPr wrap="square">
            <a:spAutoFit/>
          </a:bodyPr>
          <a:p>
            <a:pPr defTabSz="266700"/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数据处理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33" name="直接箭头连接符 32"/>
          <p:cNvCxnSpPr/>
          <p:nvPr>
            <p:custDataLst>
              <p:tags r:id="rId2"/>
            </p:custDataLst>
          </p:nvPr>
        </p:nvCxnSpPr>
        <p:spPr>
          <a:xfrm>
            <a:off x="995045" y="3181985"/>
            <a:ext cx="9992995" cy="635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椭圆 33"/>
          <p:cNvSpPr/>
          <p:nvPr>
            <p:custDataLst>
              <p:tags r:id="rId3"/>
            </p:custDataLst>
          </p:nvPr>
        </p:nvSpPr>
        <p:spPr>
          <a:xfrm>
            <a:off x="1971040" y="2839720"/>
            <a:ext cx="282575" cy="28257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36" name="文本框 35"/>
          <p:cNvSpPr txBox="1"/>
          <p:nvPr>
            <p:custDataLst>
              <p:tags r:id="rId4"/>
            </p:custDataLst>
          </p:nvPr>
        </p:nvSpPr>
        <p:spPr>
          <a:xfrm>
            <a:off x="2953385" y="3601085"/>
            <a:ext cx="1013460" cy="337185"/>
          </a:xfrm>
          <a:prstGeom prst="rect">
            <a:avLst/>
          </a:prstGeom>
        </p:spPr>
        <p:txBody>
          <a:bodyPr wrap="square">
            <a:spAutoFit/>
          </a:bodyPr>
          <a:p>
            <a:pPr defTabSz="266700"/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模型训练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8" name="椭圆 37"/>
          <p:cNvSpPr/>
          <p:nvPr>
            <p:custDataLst>
              <p:tags r:id="rId5"/>
            </p:custDataLst>
          </p:nvPr>
        </p:nvSpPr>
        <p:spPr>
          <a:xfrm>
            <a:off x="3300095" y="3317875"/>
            <a:ext cx="282575" cy="28257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40" name="文本框 39"/>
          <p:cNvSpPr txBox="1"/>
          <p:nvPr>
            <p:custDataLst>
              <p:tags r:id="rId6"/>
            </p:custDataLst>
          </p:nvPr>
        </p:nvSpPr>
        <p:spPr>
          <a:xfrm>
            <a:off x="4175760" y="2442845"/>
            <a:ext cx="1359535" cy="337185"/>
          </a:xfrm>
          <a:prstGeom prst="rect">
            <a:avLst/>
          </a:prstGeom>
        </p:spPr>
        <p:txBody>
          <a:bodyPr wrap="square">
            <a:spAutoFit/>
          </a:bodyPr>
          <a:p>
            <a:pPr defTabSz="266700"/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知识库建立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2" name="椭圆 41"/>
          <p:cNvSpPr/>
          <p:nvPr>
            <p:custDataLst>
              <p:tags r:id="rId7"/>
            </p:custDataLst>
          </p:nvPr>
        </p:nvSpPr>
        <p:spPr>
          <a:xfrm>
            <a:off x="4714240" y="2839720"/>
            <a:ext cx="282575" cy="28257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44" name="文本框 43"/>
          <p:cNvSpPr txBox="1"/>
          <p:nvPr>
            <p:custDataLst>
              <p:tags r:id="rId8"/>
            </p:custDataLst>
          </p:nvPr>
        </p:nvSpPr>
        <p:spPr>
          <a:xfrm>
            <a:off x="5661025" y="3601085"/>
            <a:ext cx="1013460" cy="337185"/>
          </a:xfrm>
          <a:prstGeom prst="rect">
            <a:avLst/>
          </a:prstGeom>
        </p:spPr>
        <p:txBody>
          <a:bodyPr wrap="square">
            <a:spAutoFit/>
          </a:bodyPr>
          <a:p>
            <a:pPr defTabSz="266700"/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风险控制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6" name="椭圆 45"/>
          <p:cNvSpPr/>
          <p:nvPr>
            <p:custDataLst>
              <p:tags r:id="rId9"/>
            </p:custDataLst>
          </p:nvPr>
        </p:nvSpPr>
        <p:spPr>
          <a:xfrm>
            <a:off x="6026785" y="3318510"/>
            <a:ext cx="282575" cy="28257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48" name="文本框 47"/>
          <p:cNvSpPr txBox="1"/>
          <p:nvPr>
            <p:custDataLst>
              <p:tags r:id="rId10"/>
            </p:custDataLst>
          </p:nvPr>
        </p:nvSpPr>
        <p:spPr>
          <a:xfrm>
            <a:off x="7012940" y="2442845"/>
            <a:ext cx="1275080" cy="337185"/>
          </a:xfrm>
          <a:prstGeom prst="rect">
            <a:avLst/>
          </a:prstGeom>
        </p:spPr>
        <p:txBody>
          <a:bodyPr wrap="square">
            <a:spAutoFit/>
          </a:bodyPr>
          <a:p>
            <a:pPr defTabSz="266700"/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工作流编辑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0" name="椭圆 49"/>
          <p:cNvSpPr/>
          <p:nvPr>
            <p:custDataLst>
              <p:tags r:id="rId11"/>
            </p:custDataLst>
          </p:nvPr>
        </p:nvSpPr>
        <p:spPr>
          <a:xfrm>
            <a:off x="7509510" y="2839720"/>
            <a:ext cx="282575" cy="28257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52" name="文本框 51"/>
          <p:cNvSpPr txBox="1"/>
          <p:nvPr>
            <p:custDataLst>
              <p:tags r:id="rId12"/>
            </p:custDataLst>
          </p:nvPr>
        </p:nvSpPr>
        <p:spPr>
          <a:xfrm>
            <a:off x="8693785" y="3606800"/>
            <a:ext cx="1013460" cy="337185"/>
          </a:xfrm>
          <a:prstGeom prst="rect">
            <a:avLst/>
          </a:prstGeom>
        </p:spPr>
        <p:txBody>
          <a:bodyPr wrap="square">
            <a:spAutoFit/>
          </a:bodyPr>
          <a:p>
            <a:pPr defTabSz="266700"/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场景应用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4" name="椭圆 53"/>
          <p:cNvSpPr/>
          <p:nvPr>
            <p:custDataLst>
              <p:tags r:id="rId13"/>
            </p:custDataLst>
          </p:nvPr>
        </p:nvSpPr>
        <p:spPr>
          <a:xfrm>
            <a:off x="9059545" y="3318510"/>
            <a:ext cx="282575" cy="28257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55" name="文本框 54"/>
          <p:cNvSpPr txBox="1"/>
          <p:nvPr>
            <p:custDataLst>
              <p:tags r:id="rId14"/>
            </p:custDataLst>
          </p:nvPr>
        </p:nvSpPr>
        <p:spPr>
          <a:xfrm>
            <a:off x="374015" y="184150"/>
            <a:ext cx="5217160" cy="576580"/>
          </a:xfrm>
          <a:prstGeom prst="rect">
            <a:avLst/>
          </a:prstGeom>
          <a:noFill/>
        </p:spPr>
        <p:txBody>
          <a:bodyPr wrap="square" lIns="17780" tIns="0" rIns="17780" bIns="0" rtlCol="0" anchor="t">
            <a:noAutofit/>
          </a:bodyPr>
          <a:p>
            <a:pPr algn="l"/>
            <a:r>
              <a:rPr lang="zh-CN" sz="3600">
                <a:solidFill>
                  <a:schemeClr val="dk1"/>
                </a:solidFill>
                <a:latin typeface="Arial" panose="020B0604020202020204" pitchFamily="34" charset="0"/>
                <a:ea typeface="微软雅黑" panose="020B0503020204020204" charset="-122"/>
              </a:rPr>
              <a:t>专属大模型建设</a:t>
            </a:r>
            <a:r>
              <a:rPr lang="zh-CN" sz="3600">
                <a:solidFill>
                  <a:schemeClr val="dk1"/>
                </a:solidFill>
                <a:latin typeface="Arial" panose="020B0604020202020204" pitchFamily="34" charset="0"/>
                <a:ea typeface="微软雅黑" panose="020B0503020204020204" charset="-122"/>
              </a:rPr>
              <a:t>路径</a:t>
            </a:r>
            <a:endParaRPr lang="zh-CN" sz="3600">
              <a:solidFill>
                <a:schemeClr val="dk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471295" y="2216785"/>
            <a:ext cx="14312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数据清洗、</a:t>
            </a:r>
            <a:r>
              <a:rPr lang="zh-CN" altLang="en-US" sz="1200"/>
              <a:t>归类</a:t>
            </a:r>
            <a:endParaRPr lang="zh-CN" altLang="en-US" sz="1200"/>
          </a:p>
        </p:txBody>
      </p:sp>
      <p:sp>
        <p:nvSpPr>
          <p:cNvPr id="5" name="文本框 4"/>
          <p:cNvSpPr txBox="1"/>
          <p:nvPr/>
        </p:nvSpPr>
        <p:spPr>
          <a:xfrm>
            <a:off x="2637790" y="3948430"/>
            <a:ext cx="163576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用数据来训练</a:t>
            </a:r>
            <a:r>
              <a:rPr lang="en-US" altLang="zh-CN" sz="1200"/>
              <a:t>AI</a:t>
            </a:r>
            <a:r>
              <a:rPr lang="zh-CN" altLang="en-US" sz="1200"/>
              <a:t>能力</a:t>
            </a:r>
            <a:endParaRPr lang="zh-CN" altLang="en-US" sz="1200"/>
          </a:p>
        </p:txBody>
      </p:sp>
      <p:sp>
        <p:nvSpPr>
          <p:cNvPr id="6" name="文本框 5"/>
          <p:cNvSpPr txBox="1"/>
          <p:nvPr/>
        </p:nvSpPr>
        <p:spPr>
          <a:xfrm>
            <a:off x="4166235" y="2032000"/>
            <a:ext cx="1431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历史案例资源形成参考</a:t>
            </a:r>
            <a:r>
              <a:rPr lang="zh-CN" altLang="en-US" sz="1200"/>
              <a:t>资源库</a:t>
            </a:r>
            <a:endParaRPr lang="zh-CN" altLang="en-US" sz="1200"/>
          </a:p>
        </p:txBody>
      </p:sp>
      <p:sp>
        <p:nvSpPr>
          <p:cNvPr id="9" name="文本框 8"/>
          <p:cNvSpPr txBox="1"/>
          <p:nvPr/>
        </p:nvSpPr>
        <p:spPr>
          <a:xfrm>
            <a:off x="5452745" y="3963035"/>
            <a:ext cx="14312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告知</a:t>
            </a:r>
            <a:r>
              <a:rPr lang="zh-CN" altLang="en-US" sz="1200"/>
              <a:t>模型什么可以什么</a:t>
            </a:r>
            <a:r>
              <a:rPr lang="zh-CN" altLang="en-US" sz="1200"/>
              <a:t>不可以</a:t>
            </a:r>
            <a:endParaRPr lang="zh-CN" altLang="en-US" sz="1200"/>
          </a:p>
        </p:txBody>
      </p:sp>
      <p:sp>
        <p:nvSpPr>
          <p:cNvPr id="11" name="文本框 10"/>
          <p:cNvSpPr txBox="1"/>
          <p:nvPr/>
        </p:nvSpPr>
        <p:spPr>
          <a:xfrm>
            <a:off x="6797675" y="2038350"/>
            <a:ext cx="180530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串联模型、知识库、风控形成可用</a:t>
            </a:r>
            <a:r>
              <a:rPr lang="en-US" altLang="zh-CN" sz="1200"/>
              <a:t>AI</a:t>
            </a:r>
            <a:endParaRPr lang="en-US" altLang="zh-CN" sz="1200"/>
          </a:p>
        </p:txBody>
      </p:sp>
      <p:sp>
        <p:nvSpPr>
          <p:cNvPr id="12" name="文本框 11"/>
          <p:cNvSpPr txBox="1"/>
          <p:nvPr/>
        </p:nvSpPr>
        <p:spPr>
          <a:xfrm>
            <a:off x="8288020" y="3963035"/>
            <a:ext cx="189357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1200"/>
              <a:t>形成各种可用的</a:t>
            </a:r>
            <a:r>
              <a:rPr lang="en-US" altLang="zh-CN" sz="1200"/>
              <a:t>AI</a:t>
            </a:r>
            <a:r>
              <a:rPr lang="zh-CN" altLang="en-US" sz="1200"/>
              <a:t>智能体</a:t>
            </a:r>
            <a:endParaRPr lang="zh-CN" altLang="en-US" sz="1200"/>
          </a:p>
        </p:txBody>
      </p:sp>
    </p:spTree>
    <p:custDataLst>
      <p:tags r:id="rId15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" name="矩形 29"/>
          <p:cNvSpPr/>
          <p:nvPr>
            <p:custDataLst>
              <p:tags r:id="rId1"/>
            </p:custDataLst>
          </p:nvPr>
        </p:nvSpPr>
        <p:spPr>
          <a:xfrm>
            <a:off x="1377950" y="5822950"/>
            <a:ext cx="1052195" cy="755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1" name="文本框 30"/>
          <p:cNvSpPr txBox="1"/>
          <p:nvPr>
            <p:custDataLst>
              <p:tags r:id="rId2"/>
            </p:custDataLst>
          </p:nvPr>
        </p:nvSpPr>
        <p:spPr>
          <a:xfrm>
            <a:off x="1416050" y="5484495"/>
            <a:ext cx="1013460" cy="337185"/>
          </a:xfrm>
          <a:prstGeom prst="rect">
            <a:avLst/>
          </a:prstGeom>
        </p:spPr>
        <p:txBody>
          <a:bodyPr wrap="square">
            <a:spAutoFit/>
          </a:bodyPr>
          <a:p>
            <a:pPr defTabSz="266700"/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数据处理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>
            <p:custDataLst>
              <p:tags r:id="rId3"/>
            </p:custDataLst>
          </p:nvPr>
        </p:nvSpPr>
        <p:spPr>
          <a:xfrm>
            <a:off x="2856865" y="5410200"/>
            <a:ext cx="5892165" cy="583565"/>
          </a:xfrm>
          <a:prstGeom prst="rect">
            <a:avLst/>
          </a:prstGeom>
        </p:spPr>
        <p:txBody>
          <a:bodyPr wrap="square">
            <a:spAutoFit/>
          </a:bodyPr>
          <a:p>
            <a:pPr defTabSz="266700"/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把历史资料、数据收集起来，洗干净、分好类、去掉敏感信息，形成“自己的资料库”。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33" name="直接箭头连接符 32"/>
          <p:cNvCxnSpPr/>
          <p:nvPr>
            <p:custDataLst>
              <p:tags r:id="rId4"/>
            </p:custDataLst>
          </p:nvPr>
        </p:nvCxnSpPr>
        <p:spPr>
          <a:xfrm flipV="1">
            <a:off x="668655" y="1532255"/>
            <a:ext cx="0" cy="4491990"/>
          </a:xfrm>
          <a:prstGeom prst="straightConnector1">
            <a:avLst/>
          </a:prstGeom>
          <a:ln w="31750" cap="rnd">
            <a:solidFill>
              <a:schemeClr val="accent1"/>
            </a:solidFill>
            <a:round/>
            <a:tailEnd type="arrow" w="med" len="med"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34" name="椭圆 33"/>
          <p:cNvSpPr/>
          <p:nvPr>
            <p:custDataLst>
              <p:tags r:id="rId5"/>
            </p:custDataLst>
          </p:nvPr>
        </p:nvSpPr>
        <p:spPr>
          <a:xfrm>
            <a:off x="1015365" y="5554345"/>
            <a:ext cx="282575" cy="28257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1</a:t>
            </a:r>
            <a:endParaRPr lang="en-US" altLang="zh-CN"/>
          </a:p>
        </p:txBody>
      </p:sp>
      <p:sp>
        <p:nvSpPr>
          <p:cNvPr id="35" name="矩形 34"/>
          <p:cNvSpPr/>
          <p:nvPr>
            <p:custDataLst>
              <p:tags r:id="rId6"/>
            </p:custDataLst>
          </p:nvPr>
        </p:nvSpPr>
        <p:spPr>
          <a:xfrm>
            <a:off x="1377950" y="5032375"/>
            <a:ext cx="1052195" cy="755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>
            <p:custDataLst>
              <p:tags r:id="rId7"/>
            </p:custDataLst>
          </p:nvPr>
        </p:nvSpPr>
        <p:spPr>
          <a:xfrm>
            <a:off x="1416050" y="4693920"/>
            <a:ext cx="1013460" cy="337185"/>
          </a:xfrm>
          <a:prstGeom prst="rect">
            <a:avLst/>
          </a:prstGeom>
        </p:spPr>
        <p:txBody>
          <a:bodyPr wrap="square">
            <a:spAutoFit/>
          </a:bodyPr>
          <a:p>
            <a:pPr defTabSz="266700"/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模型训练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" name="文本框 36"/>
          <p:cNvSpPr txBox="1"/>
          <p:nvPr>
            <p:custDataLst>
              <p:tags r:id="rId8"/>
            </p:custDataLst>
          </p:nvPr>
        </p:nvSpPr>
        <p:spPr>
          <a:xfrm>
            <a:off x="2856865" y="4619625"/>
            <a:ext cx="5934075" cy="583565"/>
          </a:xfrm>
          <a:prstGeom prst="rect">
            <a:avLst/>
          </a:prstGeom>
        </p:spPr>
        <p:txBody>
          <a:bodyPr wrap="square">
            <a:spAutoFit/>
          </a:bodyPr>
          <a:p>
            <a:pPr defTabSz="266700"/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用整理好的数据训练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AI，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让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它学会怎么起标题、怎么写脚本，本地宣传口径怎么把握。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8" name="椭圆 37"/>
          <p:cNvSpPr/>
          <p:nvPr>
            <p:custDataLst>
              <p:tags r:id="rId9"/>
            </p:custDataLst>
          </p:nvPr>
        </p:nvSpPr>
        <p:spPr>
          <a:xfrm>
            <a:off x="1015365" y="4763770"/>
            <a:ext cx="282575" cy="28257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2</a:t>
            </a:r>
            <a:endParaRPr lang="en-US" altLang="zh-CN"/>
          </a:p>
        </p:txBody>
      </p:sp>
      <p:sp>
        <p:nvSpPr>
          <p:cNvPr id="39" name="矩形 38"/>
          <p:cNvSpPr/>
          <p:nvPr>
            <p:custDataLst>
              <p:tags r:id="rId10"/>
            </p:custDataLst>
          </p:nvPr>
        </p:nvSpPr>
        <p:spPr>
          <a:xfrm>
            <a:off x="1377950" y="4340860"/>
            <a:ext cx="1052195" cy="755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>
            <p:custDataLst>
              <p:tags r:id="rId11"/>
            </p:custDataLst>
          </p:nvPr>
        </p:nvSpPr>
        <p:spPr>
          <a:xfrm>
            <a:off x="1332230" y="4002405"/>
            <a:ext cx="1359535" cy="337185"/>
          </a:xfrm>
          <a:prstGeom prst="rect">
            <a:avLst/>
          </a:prstGeom>
        </p:spPr>
        <p:txBody>
          <a:bodyPr wrap="square">
            <a:spAutoFit/>
          </a:bodyPr>
          <a:p>
            <a:pPr defTabSz="266700"/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知识库建立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12"/>
            </p:custDataLst>
          </p:nvPr>
        </p:nvSpPr>
        <p:spPr>
          <a:xfrm>
            <a:off x="2856865" y="3928110"/>
            <a:ext cx="5892165" cy="583565"/>
          </a:xfrm>
          <a:prstGeom prst="rect">
            <a:avLst/>
          </a:prstGeom>
        </p:spPr>
        <p:txBody>
          <a:bodyPr wrap="square">
            <a:spAutoFit/>
          </a:bodyPr>
          <a:p>
            <a:pPr defTabSz="266700"/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把以前的爆款案例、官方口径做成“可检索记忆库”，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每次回答前都会参考，避免乱猜乱回答。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椭圆 41"/>
          <p:cNvSpPr/>
          <p:nvPr>
            <p:custDataLst>
              <p:tags r:id="rId13"/>
            </p:custDataLst>
          </p:nvPr>
        </p:nvSpPr>
        <p:spPr>
          <a:xfrm>
            <a:off x="1015365" y="4072255"/>
            <a:ext cx="282575" cy="28257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3</a:t>
            </a:r>
            <a:endParaRPr lang="en-US" altLang="zh-CN"/>
          </a:p>
        </p:txBody>
      </p:sp>
      <p:sp>
        <p:nvSpPr>
          <p:cNvPr id="43" name="矩形 42"/>
          <p:cNvSpPr/>
          <p:nvPr>
            <p:custDataLst>
              <p:tags r:id="rId14"/>
            </p:custDataLst>
          </p:nvPr>
        </p:nvSpPr>
        <p:spPr>
          <a:xfrm>
            <a:off x="1377950" y="3550285"/>
            <a:ext cx="1052195" cy="755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4" name="文本框 43"/>
          <p:cNvSpPr txBox="1"/>
          <p:nvPr>
            <p:custDataLst>
              <p:tags r:id="rId15"/>
            </p:custDataLst>
          </p:nvPr>
        </p:nvSpPr>
        <p:spPr>
          <a:xfrm>
            <a:off x="1416050" y="3211830"/>
            <a:ext cx="1013460" cy="337185"/>
          </a:xfrm>
          <a:prstGeom prst="rect">
            <a:avLst/>
          </a:prstGeom>
        </p:spPr>
        <p:txBody>
          <a:bodyPr wrap="square">
            <a:spAutoFit/>
          </a:bodyPr>
          <a:p>
            <a:pPr defTabSz="266700"/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风险控制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5" name="文本框 44"/>
          <p:cNvSpPr txBox="1"/>
          <p:nvPr>
            <p:custDataLst>
              <p:tags r:id="rId16"/>
            </p:custDataLst>
          </p:nvPr>
        </p:nvSpPr>
        <p:spPr>
          <a:xfrm>
            <a:off x="2856865" y="3137535"/>
            <a:ext cx="5934075" cy="583565"/>
          </a:xfrm>
          <a:prstGeom prst="rect">
            <a:avLst/>
          </a:prstGeom>
        </p:spPr>
        <p:txBody>
          <a:bodyPr wrap="square">
            <a:spAutoFit/>
          </a:bodyPr>
          <a:p>
            <a:pPr defTabSz="266700"/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提前设置好敏感词、政务口径、宣传红线。模型输出内容前必须过滤、校正，避免出现不当言论。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6" name="椭圆 45"/>
          <p:cNvSpPr/>
          <p:nvPr>
            <p:custDataLst>
              <p:tags r:id="rId17"/>
            </p:custDataLst>
          </p:nvPr>
        </p:nvSpPr>
        <p:spPr>
          <a:xfrm>
            <a:off x="1015365" y="3281680"/>
            <a:ext cx="282575" cy="28257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4</a:t>
            </a:r>
            <a:endParaRPr lang="en-US" altLang="zh-CN"/>
          </a:p>
        </p:txBody>
      </p:sp>
      <p:sp>
        <p:nvSpPr>
          <p:cNvPr id="47" name="矩形 46"/>
          <p:cNvSpPr/>
          <p:nvPr>
            <p:custDataLst>
              <p:tags r:id="rId18"/>
            </p:custDataLst>
          </p:nvPr>
        </p:nvSpPr>
        <p:spPr>
          <a:xfrm>
            <a:off x="1377950" y="2858770"/>
            <a:ext cx="1052195" cy="755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8" name="文本框 47"/>
          <p:cNvSpPr txBox="1"/>
          <p:nvPr>
            <p:custDataLst>
              <p:tags r:id="rId19"/>
            </p:custDataLst>
          </p:nvPr>
        </p:nvSpPr>
        <p:spPr>
          <a:xfrm>
            <a:off x="1339215" y="2520315"/>
            <a:ext cx="1275080" cy="337185"/>
          </a:xfrm>
          <a:prstGeom prst="rect">
            <a:avLst/>
          </a:prstGeom>
        </p:spPr>
        <p:txBody>
          <a:bodyPr wrap="square">
            <a:spAutoFit/>
          </a:bodyPr>
          <a:p>
            <a:pPr defTabSz="266700"/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工作流编辑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9" name="文本框 48"/>
          <p:cNvSpPr txBox="1"/>
          <p:nvPr>
            <p:custDataLst>
              <p:tags r:id="rId20"/>
            </p:custDataLst>
          </p:nvPr>
        </p:nvSpPr>
        <p:spPr>
          <a:xfrm>
            <a:off x="2856865" y="2446020"/>
            <a:ext cx="5892165" cy="583565"/>
          </a:xfrm>
          <a:prstGeom prst="rect">
            <a:avLst/>
          </a:prstGeom>
        </p:spPr>
        <p:txBody>
          <a:bodyPr wrap="square">
            <a:spAutoFit/>
          </a:bodyPr>
          <a:p>
            <a:pPr defTabSz="266700"/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将训练的模型、知识库、风险控制要求串联起来，形成可直接使用的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0" name="椭圆 49"/>
          <p:cNvSpPr/>
          <p:nvPr>
            <p:custDataLst>
              <p:tags r:id="rId21"/>
            </p:custDataLst>
          </p:nvPr>
        </p:nvSpPr>
        <p:spPr>
          <a:xfrm>
            <a:off x="1015365" y="2590165"/>
            <a:ext cx="282575" cy="28257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5</a:t>
            </a:r>
            <a:endParaRPr lang="en-US" altLang="zh-CN"/>
          </a:p>
        </p:txBody>
      </p:sp>
      <p:sp>
        <p:nvSpPr>
          <p:cNvPr id="51" name="矩形 50"/>
          <p:cNvSpPr/>
          <p:nvPr>
            <p:custDataLst>
              <p:tags r:id="rId22"/>
            </p:custDataLst>
          </p:nvPr>
        </p:nvSpPr>
        <p:spPr>
          <a:xfrm>
            <a:off x="1377950" y="2068195"/>
            <a:ext cx="1052195" cy="755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>
            <p:custDataLst>
              <p:tags r:id="rId23"/>
            </p:custDataLst>
          </p:nvPr>
        </p:nvSpPr>
        <p:spPr>
          <a:xfrm>
            <a:off x="1416050" y="1729740"/>
            <a:ext cx="1013460" cy="337185"/>
          </a:xfrm>
          <a:prstGeom prst="rect">
            <a:avLst/>
          </a:prstGeom>
        </p:spPr>
        <p:txBody>
          <a:bodyPr wrap="square">
            <a:spAutoFit/>
          </a:bodyPr>
          <a:p>
            <a:pPr defTabSz="266700"/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</a:rPr>
              <a:t>场景应用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3" name="文本框 52"/>
          <p:cNvSpPr txBox="1"/>
          <p:nvPr>
            <p:custDataLst>
              <p:tags r:id="rId24"/>
            </p:custDataLst>
          </p:nvPr>
        </p:nvSpPr>
        <p:spPr>
          <a:xfrm>
            <a:off x="2856865" y="1655445"/>
            <a:ext cx="5934075" cy="583565"/>
          </a:xfrm>
          <a:prstGeom prst="rect">
            <a:avLst/>
          </a:prstGeom>
        </p:spPr>
        <p:txBody>
          <a:bodyPr wrap="square">
            <a:spAutoFit/>
          </a:bodyPr>
          <a:p>
            <a:pPr defTabSz="266700"/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</a:t>
            </a:r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AI</a:t>
            </a:r>
            <a:r>
              <a:rPr lang="zh-CN" altLang="en-US" sz="16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能力接入到对应的工作场景支撑业务开展，如热点研判、内容创作。</a:t>
            </a:r>
            <a:endParaRPr lang="zh-CN" altLang="en-US" sz="16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4" name="椭圆 53"/>
          <p:cNvSpPr/>
          <p:nvPr>
            <p:custDataLst>
              <p:tags r:id="rId25"/>
            </p:custDataLst>
          </p:nvPr>
        </p:nvSpPr>
        <p:spPr>
          <a:xfrm>
            <a:off x="1015365" y="1799590"/>
            <a:ext cx="282575" cy="282575"/>
          </a:xfrm>
          <a:prstGeom prst="ellipse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/>
              <a:t>6</a:t>
            </a:r>
            <a:endParaRPr lang="en-US" altLang="zh-CN"/>
          </a:p>
        </p:txBody>
      </p:sp>
      <p:sp>
        <p:nvSpPr>
          <p:cNvPr id="55" name="文本框 54"/>
          <p:cNvSpPr txBox="1"/>
          <p:nvPr>
            <p:custDataLst>
              <p:tags r:id="rId26"/>
            </p:custDataLst>
          </p:nvPr>
        </p:nvSpPr>
        <p:spPr>
          <a:xfrm>
            <a:off x="374015" y="184150"/>
            <a:ext cx="5217160" cy="576580"/>
          </a:xfrm>
          <a:prstGeom prst="rect">
            <a:avLst/>
          </a:prstGeom>
          <a:noFill/>
        </p:spPr>
        <p:txBody>
          <a:bodyPr wrap="square" lIns="17780" tIns="0" rIns="17780" bIns="0" rtlCol="0" anchor="t">
            <a:noAutofit/>
          </a:bodyPr>
          <a:p>
            <a:pPr algn="l"/>
            <a:r>
              <a:rPr lang="zh-CN" sz="3600">
                <a:solidFill>
                  <a:schemeClr val="dk1"/>
                </a:solidFill>
                <a:latin typeface="Arial" panose="020B0604020202020204" pitchFamily="34" charset="0"/>
                <a:ea typeface="微软雅黑" panose="020B0503020204020204" charset="-122"/>
              </a:rPr>
              <a:t>以媒体</a:t>
            </a:r>
            <a:r>
              <a:rPr sz="3600">
                <a:solidFill>
                  <a:schemeClr val="dk1"/>
                </a:solidFill>
                <a:latin typeface="Arial" panose="020B0604020202020204" pitchFamily="34" charset="0"/>
                <a:ea typeface="微软雅黑" panose="020B0503020204020204" charset="-122"/>
              </a:rPr>
              <a:t>媒体场景应用示例</a:t>
            </a:r>
            <a:endParaRPr sz="3600">
              <a:solidFill>
                <a:schemeClr val="dk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2" name="矩形 1"/>
          <p:cNvSpPr/>
          <p:nvPr>
            <p:custDataLst>
              <p:tags r:id="rId27"/>
            </p:custDataLst>
          </p:nvPr>
        </p:nvSpPr>
        <p:spPr>
          <a:xfrm>
            <a:off x="374015" y="1184910"/>
            <a:ext cx="8568055" cy="5086350"/>
          </a:xfrm>
          <a:prstGeom prst="rect">
            <a:avLst/>
          </a:prstGeom>
          <a:noFill/>
          <a:ln>
            <a:solidFill>
              <a:schemeClr val="accent1"/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/>
          <p:cNvPicPr/>
          <p:nvPr/>
        </p:nvPicPr>
        <p:blipFill>
          <a:blip r:embed="rId28"/>
          <a:stretch>
            <a:fillRect/>
          </a:stretch>
        </p:blipFill>
        <p:spPr>
          <a:xfrm>
            <a:off x="10044430" y="1532255"/>
            <a:ext cx="1510665" cy="1510665"/>
          </a:xfrm>
          <a:prstGeom prst="rect">
            <a:avLst/>
          </a:prstGeom>
        </p:spPr>
      </p:pic>
      <p:pic>
        <p:nvPicPr>
          <p:cNvPr id="7" name="图片 6" descr="微信图片_20260430103220_102_153"/>
          <p:cNvPicPr>
            <a:picLocks noChangeAspect="1"/>
          </p:cNvPicPr>
          <p:nvPr/>
        </p:nvPicPr>
        <p:blipFill>
          <a:blip r:embed="rId29"/>
          <a:stretch>
            <a:fillRect/>
          </a:stretch>
        </p:blipFill>
        <p:spPr>
          <a:xfrm>
            <a:off x="9457055" y="3502660"/>
            <a:ext cx="2276475" cy="2276475"/>
          </a:xfrm>
          <a:prstGeom prst="rect">
            <a:avLst/>
          </a:prstGeom>
        </p:spPr>
      </p:pic>
      <p:sp>
        <p:nvSpPr>
          <p:cNvPr id="8" name="右箭头 7"/>
          <p:cNvSpPr/>
          <p:nvPr/>
        </p:nvSpPr>
        <p:spPr>
          <a:xfrm>
            <a:off x="9253220" y="3502660"/>
            <a:ext cx="310515" cy="289560"/>
          </a:xfrm>
          <a:prstGeom prst="rightArrow">
            <a:avLst/>
          </a:prstGeom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30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"/>
          <p:cNvSpPr>
            <a:spLocks noGrp="1"/>
          </p:cNvSpPr>
          <p:nvPr>
            <p:ph type="title" idx="16388"/>
            <p:custDataLst>
              <p:tags r:id="rId1"/>
            </p:custDataLst>
          </p:nvPr>
        </p:nvSpPr>
        <p:spPr/>
        <p:txBody>
          <a:bodyPr>
            <a:normAutofit/>
          </a:bodyPr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实施时间和成本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节编号"/>
          <p:cNvSpPr>
            <a:spLocks noGrp="1"/>
          </p:cNvSpPr>
          <p:nvPr>
            <p:ph type="body" idx="16389"/>
            <p:custDataLst>
              <p:tags r:id="rId2"/>
            </p:custDataLst>
          </p:nvPr>
        </p:nvSpPr>
        <p:spPr/>
        <p:txBody>
          <a:bodyPr/>
          <a:p>
            <a:r>
              <a:rPr lang="en-US" altLang="en-US">
                <a:latin typeface="Microsoft YaHei UI" panose="020B0503020204020204" charset="-122"/>
                <a:ea typeface="Microsoft YaHei UI" panose="020B0503020204020204" charset="-122"/>
              </a:rPr>
              <a:t>04</a:t>
            </a:r>
            <a:endParaRPr lang="en-US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" name="任意多边形 27"/>
          <p:cNvSpPr/>
          <p:nvPr>
            <p:custDataLst>
              <p:tags r:id="rId1"/>
            </p:custDataLst>
          </p:nvPr>
        </p:nvSpPr>
        <p:spPr>
          <a:xfrm>
            <a:off x="13970" y="2692083"/>
            <a:ext cx="12192000" cy="108331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9200" h="1706">
                <a:moveTo>
                  <a:pt x="19200" y="0"/>
                </a:moveTo>
                <a:lnTo>
                  <a:pt x="19200" y="1706"/>
                </a:lnTo>
                <a:cubicBezTo>
                  <a:pt x="17340" y="1238"/>
                  <a:pt x="9556" y="882"/>
                  <a:pt x="69" y="855"/>
                </a:cubicBezTo>
                <a:lnTo>
                  <a:pt x="0" y="854"/>
                </a:lnTo>
                <a:lnTo>
                  <a:pt x="0" y="852"/>
                </a:lnTo>
                <a:lnTo>
                  <a:pt x="69" y="851"/>
                </a:lnTo>
                <a:cubicBezTo>
                  <a:pt x="9556" y="824"/>
                  <a:pt x="17340" y="468"/>
                  <a:pt x="19200" y="0"/>
                </a:cubicBezTo>
                <a:close/>
              </a:path>
            </a:pathLst>
          </a:custGeom>
          <a:gradFill>
            <a:gsLst>
              <a:gs pos="8000">
                <a:schemeClr val="accent1">
                  <a:alpha val="67000"/>
                </a:schemeClr>
              </a:gs>
              <a:gs pos="100000">
                <a:schemeClr val="accent1">
                  <a:alpha val="0"/>
                </a:schemeClr>
              </a:gs>
            </a:gsLst>
            <a:lin ang="1782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b="1" u="sng">
              <a:solidFill>
                <a:schemeClr val="lt1"/>
              </a:solidFill>
              <a:sym typeface="+mn-ea"/>
            </a:endParaRPr>
          </a:p>
        </p:txBody>
      </p:sp>
      <p:sp>
        <p:nvSpPr>
          <p:cNvPr id="30" name="任意多边形: 形状 21"/>
          <p:cNvSpPr/>
          <p:nvPr>
            <p:custDataLst>
              <p:tags r:id="rId2"/>
            </p:custDataLst>
          </p:nvPr>
        </p:nvSpPr>
        <p:spPr>
          <a:xfrm>
            <a:off x="3705225" y="2783523"/>
            <a:ext cx="8500745" cy="899795"/>
          </a:xfrm>
          <a:custGeom>
            <a:avLst/>
            <a:gdLst>
              <a:gd name="connsiteX0" fmla="*/ 7575195 w 7575194"/>
              <a:gd name="connsiteY0" fmla="*/ 0 h 3782415"/>
              <a:gd name="connsiteX1" fmla="*/ 7001485 w 7575194"/>
              <a:gd name="connsiteY1" fmla="*/ 420167 h 3782415"/>
              <a:gd name="connsiteX2" fmla="*/ 4699712 w 7575194"/>
              <a:gd name="connsiteY2" fmla="*/ 1236193 h 3782415"/>
              <a:gd name="connsiteX3" fmla="*/ 0 w 7575194"/>
              <a:gd name="connsiteY3" fmla="*/ 1891208 h 3782415"/>
              <a:gd name="connsiteX4" fmla="*/ 4699712 w 7575194"/>
              <a:gd name="connsiteY4" fmla="*/ 2546223 h 3782415"/>
              <a:gd name="connsiteX5" fmla="*/ 7001485 w 7575194"/>
              <a:gd name="connsiteY5" fmla="*/ 3362249 h 3782415"/>
              <a:gd name="connsiteX6" fmla="*/ 7575195 w 7575194"/>
              <a:gd name="connsiteY6" fmla="*/ 3782416 h 3782415"/>
              <a:gd name="connsiteX7" fmla="*/ 7575195 w 7575194"/>
              <a:gd name="connsiteY7" fmla="*/ 0 h 3782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75194" h="3782415">
                <a:moveTo>
                  <a:pt x="7575195" y="0"/>
                </a:moveTo>
                <a:cubicBezTo>
                  <a:pt x="7432853" y="144475"/>
                  <a:pt x="7241438" y="284683"/>
                  <a:pt x="7001485" y="420167"/>
                </a:cubicBezTo>
                <a:cubicBezTo>
                  <a:pt x="6458712" y="726567"/>
                  <a:pt x="5684291" y="1001116"/>
                  <a:pt x="4699712" y="1236193"/>
                </a:cubicBezTo>
                <a:cubicBezTo>
                  <a:pt x="3373374" y="1552880"/>
                  <a:pt x="1759991" y="1775841"/>
                  <a:pt x="0" y="1891208"/>
                </a:cubicBezTo>
                <a:cubicBezTo>
                  <a:pt x="1759991" y="2006575"/>
                  <a:pt x="3373374" y="2229612"/>
                  <a:pt x="4699712" y="2546223"/>
                </a:cubicBezTo>
                <a:cubicBezTo>
                  <a:pt x="5684215" y="2781300"/>
                  <a:pt x="6458712" y="3055849"/>
                  <a:pt x="7001485" y="3362249"/>
                </a:cubicBezTo>
                <a:cubicBezTo>
                  <a:pt x="7241438" y="3497656"/>
                  <a:pt x="7432853" y="3637941"/>
                  <a:pt x="7575195" y="3782416"/>
                </a:cubicBezTo>
                <a:lnTo>
                  <a:pt x="7575195" y="0"/>
                </a:lnTo>
                <a:close/>
              </a:path>
            </a:pathLst>
          </a:custGeom>
          <a:gradFill>
            <a:gsLst>
              <a:gs pos="8000">
                <a:schemeClr val="accent1">
                  <a:lumMod val="60000"/>
                  <a:lumOff val="40000"/>
                  <a:alpha val="55000"/>
                </a:schemeClr>
              </a:gs>
              <a:gs pos="100000">
                <a:schemeClr val="accent1">
                  <a:alpha val="0"/>
                </a:schemeClr>
              </a:gs>
            </a:gsLst>
            <a:lin ang="1782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b="1" u="sng">
              <a:solidFill>
                <a:schemeClr val="lt1"/>
              </a:solidFill>
              <a:sym typeface="+mn-ea"/>
            </a:endParaRPr>
          </a:p>
        </p:txBody>
      </p:sp>
      <p:sp>
        <p:nvSpPr>
          <p:cNvPr id="31" name="任意多边形: 形状 21"/>
          <p:cNvSpPr/>
          <p:nvPr>
            <p:custDataLst>
              <p:tags r:id="rId3"/>
            </p:custDataLst>
          </p:nvPr>
        </p:nvSpPr>
        <p:spPr>
          <a:xfrm>
            <a:off x="6322695" y="2991168"/>
            <a:ext cx="5883275" cy="485140"/>
          </a:xfrm>
          <a:custGeom>
            <a:avLst/>
            <a:gdLst>
              <a:gd name="connsiteX0" fmla="*/ 7575195 w 7575194"/>
              <a:gd name="connsiteY0" fmla="*/ 0 h 3782415"/>
              <a:gd name="connsiteX1" fmla="*/ 7001485 w 7575194"/>
              <a:gd name="connsiteY1" fmla="*/ 420167 h 3782415"/>
              <a:gd name="connsiteX2" fmla="*/ 4699712 w 7575194"/>
              <a:gd name="connsiteY2" fmla="*/ 1236193 h 3782415"/>
              <a:gd name="connsiteX3" fmla="*/ 0 w 7575194"/>
              <a:gd name="connsiteY3" fmla="*/ 1891208 h 3782415"/>
              <a:gd name="connsiteX4" fmla="*/ 4699712 w 7575194"/>
              <a:gd name="connsiteY4" fmla="*/ 2546223 h 3782415"/>
              <a:gd name="connsiteX5" fmla="*/ 7001485 w 7575194"/>
              <a:gd name="connsiteY5" fmla="*/ 3362249 h 3782415"/>
              <a:gd name="connsiteX6" fmla="*/ 7575195 w 7575194"/>
              <a:gd name="connsiteY6" fmla="*/ 3782416 h 3782415"/>
              <a:gd name="connsiteX7" fmla="*/ 7575195 w 7575194"/>
              <a:gd name="connsiteY7" fmla="*/ 0 h 37824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7575194" h="3782415">
                <a:moveTo>
                  <a:pt x="7575195" y="0"/>
                </a:moveTo>
                <a:cubicBezTo>
                  <a:pt x="7432853" y="144475"/>
                  <a:pt x="7241438" y="284683"/>
                  <a:pt x="7001485" y="420167"/>
                </a:cubicBezTo>
                <a:cubicBezTo>
                  <a:pt x="6458712" y="726567"/>
                  <a:pt x="5684291" y="1001116"/>
                  <a:pt x="4699712" y="1236193"/>
                </a:cubicBezTo>
                <a:cubicBezTo>
                  <a:pt x="3373374" y="1552880"/>
                  <a:pt x="1759991" y="1775841"/>
                  <a:pt x="0" y="1891208"/>
                </a:cubicBezTo>
                <a:cubicBezTo>
                  <a:pt x="1759991" y="2006575"/>
                  <a:pt x="3373374" y="2229612"/>
                  <a:pt x="4699712" y="2546223"/>
                </a:cubicBezTo>
                <a:cubicBezTo>
                  <a:pt x="5684215" y="2781300"/>
                  <a:pt x="6458712" y="3055849"/>
                  <a:pt x="7001485" y="3362249"/>
                </a:cubicBezTo>
                <a:cubicBezTo>
                  <a:pt x="7241438" y="3497656"/>
                  <a:pt x="7432853" y="3637941"/>
                  <a:pt x="7575195" y="3782416"/>
                </a:cubicBezTo>
                <a:lnTo>
                  <a:pt x="7575195" y="0"/>
                </a:lnTo>
                <a:close/>
              </a:path>
            </a:pathLst>
          </a:custGeom>
          <a:gradFill>
            <a:gsLst>
              <a:gs pos="0">
                <a:schemeClr val="accent1">
                  <a:lumMod val="20000"/>
                  <a:lumOff val="80000"/>
                  <a:alpha val="5000"/>
                </a:schemeClr>
              </a:gs>
              <a:gs pos="100000">
                <a:schemeClr val="accent1">
                  <a:alpha val="10000"/>
                </a:schemeClr>
              </a:gs>
            </a:gsLst>
            <a:lin ang="1782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0" algn="ctr">
              <a:buClrTx/>
              <a:buSzTx/>
              <a:buFontTx/>
            </a:pPr>
            <a:endParaRPr lang="zh-CN" altLang="en-US" b="1" u="sng">
              <a:solidFill>
                <a:schemeClr val="lt1"/>
              </a:solidFill>
              <a:sym typeface="+mn-ea"/>
            </a:endParaRPr>
          </a:p>
        </p:txBody>
      </p:sp>
      <p:cxnSp>
        <p:nvCxnSpPr>
          <p:cNvPr id="33" name="直接连接符 32"/>
          <p:cNvCxnSpPr/>
          <p:nvPr>
            <p:custDataLst>
              <p:tags r:id="rId4"/>
            </p:custDataLst>
          </p:nvPr>
        </p:nvCxnSpPr>
        <p:spPr>
          <a:xfrm flipV="1">
            <a:off x="8982710" y="3299143"/>
            <a:ext cx="0" cy="539750"/>
          </a:xfrm>
          <a:prstGeom prst="line">
            <a:avLst/>
          </a:prstGeom>
          <a:ln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16200000" scaled="0"/>
            </a:gradFill>
            <a:head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>
            <p:custDataLst>
              <p:tags r:id="rId5"/>
            </p:custDataLst>
          </p:nvPr>
        </p:nvCxnSpPr>
        <p:spPr>
          <a:xfrm>
            <a:off x="1804035" y="2692083"/>
            <a:ext cx="0" cy="539750"/>
          </a:xfrm>
          <a:prstGeom prst="line">
            <a:avLst/>
          </a:prstGeom>
          <a:ln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16200000" scaled="0"/>
            </a:gradFill>
            <a:head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7" name="直接连接符 46"/>
          <p:cNvCxnSpPr/>
          <p:nvPr>
            <p:custDataLst>
              <p:tags r:id="rId6"/>
            </p:custDataLst>
          </p:nvPr>
        </p:nvCxnSpPr>
        <p:spPr>
          <a:xfrm>
            <a:off x="4675505" y="2692083"/>
            <a:ext cx="0" cy="539750"/>
          </a:xfrm>
          <a:prstGeom prst="line">
            <a:avLst/>
          </a:prstGeom>
          <a:ln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16200000" scaled="0"/>
            </a:gradFill>
            <a:head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8" name="直接连接符 47"/>
          <p:cNvCxnSpPr/>
          <p:nvPr>
            <p:custDataLst>
              <p:tags r:id="rId7"/>
            </p:custDataLst>
          </p:nvPr>
        </p:nvCxnSpPr>
        <p:spPr>
          <a:xfrm>
            <a:off x="7546975" y="2692083"/>
            <a:ext cx="0" cy="539750"/>
          </a:xfrm>
          <a:prstGeom prst="line">
            <a:avLst/>
          </a:prstGeom>
          <a:ln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16200000" scaled="0"/>
            </a:gradFill>
            <a:head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49" name="文本框 48"/>
          <p:cNvSpPr txBox="1"/>
          <p:nvPr>
            <p:custDataLst>
              <p:tags r:id="rId8"/>
            </p:custDataLst>
          </p:nvPr>
        </p:nvSpPr>
        <p:spPr>
          <a:xfrm>
            <a:off x="1445260" y="2081213"/>
            <a:ext cx="718185" cy="485775"/>
          </a:xfrm>
          <a:prstGeom prst="rect">
            <a:avLst/>
          </a:prstGeom>
          <a:noFill/>
        </p:spPr>
        <p:txBody>
          <a:bodyPr wrap="none" lIns="0" tIns="0" rIns="0" bIns="71755" rtlCol="0" anchor="b" anchorCtr="0">
            <a:normAutofit/>
          </a:bodyPr>
          <a:lstStyle/>
          <a:p>
            <a:pPr indent="0" algn="ctr" fontAlgn="auto">
              <a:lnSpc>
                <a:spcPct val="130000"/>
              </a:lnSpc>
              <a:spcAft>
                <a:spcPts val="0"/>
              </a:spcAft>
            </a:pPr>
            <a:r>
              <a:rPr lang="en-US" altLang="zh-CN" sz="2000" b="1" dirty="0">
                <a:gradFill>
                  <a:gsLst>
                    <a:gs pos="0">
                      <a:schemeClr val="accent1">
                        <a:alpha val="100000"/>
                      </a:schemeClr>
                    </a:gs>
                    <a:gs pos="100000">
                      <a:schemeClr val="accent1">
                        <a:alpha val="46000"/>
                      </a:scheme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01</a:t>
            </a:r>
            <a:endParaRPr lang="en-US" altLang="zh-CN" sz="2000" b="1" dirty="0">
              <a:gradFill>
                <a:gsLst>
                  <a:gs pos="0">
                    <a:schemeClr val="accent1">
                      <a:alpha val="100000"/>
                    </a:schemeClr>
                  </a:gs>
                  <a:gs pos="100000">
                    <a:schemeClr val="accent1">
                      <a:alpha val="46000"/>
                    </a:scheme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0" name="文本框 49"/>
          <p:cNvSpPr txBox="1"/>
          <p:nvPr>
            <p:custDataLst>
              <p:tags r:id="rId9"/>
            </p:custDataLst>
          </p:nvPr>
        </p:nvSpPr>
        <p:spPr>
          <a:xfrm>
            <a:off x="4317365" y="2081213"/>
            <a:ext cx="718185" cy="485775"/>
          </a:xfrm>
          <a:prstGeom prst="rect">
            <a:avLst/>
          </a:prstGeom>
          <a:noFill/>
        </p:spPr>
        <p:txBody>
          <a:bodyPr wrap="none" lIns="0" tIns="0" rIns="0" bIns="71755" rtlCol="0" anchor="b" anchorCtr="0">
            <a:normAutofit/>
          </a:bodyPr>
          <a:lstStyle/>
          <a:p>
            <a:pPr indent="0" algn="ctr" fontAlgn="auto">
              <a:lnSpc>
                <a:spcPct val="130000"/>
              </a:lnSpc>
              <a:spcAft>
                <a:spcPts val="0"/>
              </a:spcAft>
            </a:pPr>
            <a:r>
              <a:rPr lang="en-US" altLang="zh-CN" sz="2000" b="1" dirty="0">
                <a:gradFill>
                  <a:gsLst>
                    <a:gs pos="0">
                      <a:schemeClr val="accent1">
                        <a:alpha val="100000"/>
                      </a:schemeClr>
                    </a:gs>
                    <a:gs pos="100000">
                      <a:schemeClr val="accent1">
                        <a:alpha val="46000"/>
                      </a:scheme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03</a:t>
            </a:r>
            <a:endParaRPr lang="en-US" altLang="zh-CN" sz="2000" b="1" dirty="0">
              <a:gradFill>
                <a:gsLst>
                  <a:gs pos="0">
                    <a:schemeClr val="accent1">
                      <a:alpha val="100000"/>
                    </a:schemeClr>
                  </a:gs>
                  <a:gs pos="100000">
                    <a:schemeClr val="accent1">
                      <a:alpha val="46000"/>
                    </a:scheme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1" name="文本框 50"/>
          <p:cNvSpPr txBox="1"/>
          <p:nvPr>
            <p:custDataLst>
              <p:tags r:id="rId10"/>
            </p:custDataLst>
          </p:nvPr>
        </p:nvSpPr>
        <p:spPr>
          <a:xfrm>
            <a:off x="7188200" y="2081213"/>
            <a:ext cx="718185" cy="485775"/>
          </a:xfrm>
          <a:prstGeom prst="rect">
            <a:avLst/>
          </a:prstGeom>
          <a:noFill/>
        </p:spPr>
        <p:txBody>
          <a:bodyPr wrap="none" lIns="0" tIns="0" rIns="0" bIns="71755" rtlCol="0" anchor="b" anchorCtr="0">
            <a:normAutofit/>
          </a:bodyPr>
          <a:lstStyle/>
          <a:p>
            <a:pPr indent="0" algn="ctr" fontAlgn="auto">
              <a:lnSpc>
                <a:spcPct val="130000"/>
              </a:lnSpc>
              <a:spcAft>
                <a:spcPts val="0"/>
              </a:spcAft>
            </a:pPr>
            <a:r>
              <a:rPr lang="en-US" altLang="zh-CN" sz="2000" b="1" dirty="0">
                <a:gradFill>
                  <a:gsLst>
                    <a:gs pos="0">
                      <a:schemeClr val="accent1">
                        <a:alpha val="100000"/>
                      </a:schemeClr>
                    </a:gs>
                    <a:gs pos="100000">
                      <a:schemeClr val="accent1">
                        <a:alpha val="46000"/>
                      </a:scheme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05</a:t>
            </a:r>
            <a:endParaRPr lang="en-US" altLang="zh-CN" sz="2000" b="1" dirty="0">
              <a:gradFill>
                <a:gsLst>
                  <a:gs pos="0">
                    <a:schemeClr val="accent1">
                      <a:alpha val="100000"/>
                    </a:schemeClr>
                  </a:gs>
                  <a:gs pos="100000">
                    <a:schemeClr val="accent1">
                      <a:alpha val="46000"/>
                    </a:scheme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2" name="文本框 51"/>
          <p:cNvSpPr txBox="1"/>
          <p:nvPr>
            <p:custDataLst>
              <p:tags r:id="rId11"/>
            </p:custDataLst>
          </p:nvPr>
        </p:nvSpPr>
        <p:spPr>
          <a:xfrm>
            <a:off x="709930" y="849948"/>
            <a:ext cx="2188210" cy="123126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indent="0" algn="ctr" fontAlgn="auto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500" b="1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需求诊断</a:t>
            </a:r>
            <a:endParaRPr lang="zh-CN" altLang="en-US" sz="1500" b="1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53" name="文本框 52"/>
          <p:cNvSpPr txBox="1"/>
          <p:nvPr>
            <p:custDataLst>
              <p:tags r:id="rId12"/>
            </p:custDataLst>
          </p:nvPr>
        </p:nvSpPr>
        <p:spPr>
          <a:xfrm>
            <a:off x="3582670" y="849948"/>
            <a:ext cx="2188210" cy="123126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indent="0" algn="ctr" fontAlgn="auto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500" b="1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技术选型</a:t>
            </a:r>
            <a:endParaRPr lang="zh-CN" altLang="en-US" sz="1500" b="1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54" name="文本框 53"/>
          <p:cNvSpPr txBox="1"/>
          <p:nvPr>
            <p:custDataLst>
              <p:tags r:id="rId13"/>
            </p:custDataLst>
          </p:nvPr>
        </p:nvSpPr>
        <p:spPr>
          <a:xfrm>
            <a:off x="6452870" y="849948"/>
            <a:ext cx="2188210" cy="123126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indent="0" algn="ctr" fontAlgn="auto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500" b="1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模型训练</a:t>
            </a:r>
            <a:endParaRPr lang="zh-CN" altLang="en-US" sz="1500" b="1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55" name="文本框 54"/>
          <p:cNvSpPr txBox="1"/>
          <p:nvPr>
            <p:custDataLst>
              <p:tags r:id="rId14"/>
            </p:custDataLst>
          </p:nvPr>
        </p:nvSpPr>
        <p:spPr>
          <a:xfrm>
            <a:off x="2796540" y="3962718"/>
            <a:ext cx="885825" cy="485775"/>
          </a:xfrm>
          <a:prstGeom prst="rect">
            <a:avLst/>
          </a:prstGeom>
          <a:noFill/>
        </p:spPr>
        <p:txBody>
          <a:bodyPr wrap="none" lIns="0" tIns="0" rIns="0" bIns="71755" rtlCol="0" anchor="b" anchorCtr="0">
            <a:normAutofit/>
          </a:bodyPr>
          <a:lstStyle/>
          <a:p>
            <a:pPr indent="0" algn="ctr" fontAlgn="auto">
              <a:lnSpc>
                <a:spcPct val="130000"/>
              </a:lnSpc>
              <a:spcAft>
                <a:spcPts val="0"/>
              </a:spcAft>
            </a:pPr>
            <a:r>
              <a:rPr lang="en-US" altLang="zh-CN" sz="2000" b="1" dirty="0">
                <a:gradFill>
                  <a:gsLst>
                    <a:gs pos="0">
                      <a:schemeClr val="accent1">
                        <a:alpha val="100000"/>
                      </a:schemeClr>
                    </a:gs>
                    <a:gs pos="100000">
                      <a:schemeClr val="accent1">
                        <a:alpha val="46000"/>
                      </a:scheme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02</a:t>
            </a:r>
            <a:endParaRPr lang="en-US" altLang="zh-CN" sz="2000" b="1" dirty="0">
              <a:gradFill>
                <a:gsLst>
                  <a:gs pos="0">
                    <a:schemeClr val="accent1">
                      <a:alpha val="100000"/>
                    </a:schemeClr>
                  </a:gs>
                  <a:gs pos="100000">
                    <a:schemeClr val="accent1">
                      <a:alpha val="46000"/>
                    </a:scheme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6" name="文本框 55"/>
          <p:cNvSpPr txBox="1"/>
          <p:nvPr>
            <p:custDataLst>
              <p:tags r:id="rId15"/>
            </p:custDataLst>
          </p:nvPr>
        </p:nvSpPr>
        <p:spPr>
          <a:xfrm>
            <a:off x="5690870" y="3962718"/>
            <a:ext cx="885825" cy="485775"/>
          </a:xfrm>
          <a:prstGeom prst="rect">
            <a:avLst/>
          </a:prstGeom>
          <a:noFill/>
        </p:spPr>
        <p:txBody>
          <a:bodyPr wrap="none" lIns="0" tIns="0" rIns="0" bIns="71755" rtlCol="0" anchor="b" anchorCtr="0">
            <a:normAutofit/>
          </a:bodyPr>
          <a:lstStyle/>
          <a:p>
            <a:pPr indent="0" algn="ctr" fontAlgn="auto">
              <a:lnSpc>
                <a:spcPct val="130000"/>
              </a:lnSpc>
              <a:spcAft>
                <a:spcPts val="0"/>
              </a:spcAft>
            </a:pPr>
            <a:r>
              <a:rPr lang="en-US" altLang="zh-CN" sz="2000" b="1" dirty="0">
                <a:gradFill>
                  <a:gsLst>
                    <a:gs pos="0">
                      <a:schemeClr val="accent1">
                        <a:alpha val="100000"/>
                      </a:schemeClr>
                    </a:gs>
                    <a:gs pos="100000">
                      <a:schemeClr val="accent1">
                        <a:alpha val="46000"/>
                      </a:scheme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04</a:t>
            </a:r>
            <a:endParaRPr lang="en-US" altLang="zh-CN" sz="2000" b="1" dirty="0">
              <a:gradFill>
                <a:gsLst>
                  <a:gs pos="0">
                    <a:schemeClr val="accent1">
                      <a:alpha val="100000"/>
                    </a:schemeClr>
                  </a:gs>
                  <a:gs pos="100000">
                    <a:schemeClr val="accent1">
                      <a:alpha val="46000"/>
                    </a:scheme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7" name="文本框 56"/>
          <p:cNvSpPr txBox="1"/>
          <p:nvPr>
            <p:custDataLst>
              <p:tags r:id="rId16"/>
            </p:custDataLst>
          </p:nvPr>
        </p:nvSpPr>
        <p:spPr>
          <a:xfrm>
            <a:off x="8535670" y="3962718"/>
            <a:ext cx="885825" cy="485775"/>
          </a:xfrm>
          <a:prstGeom prst="rect">
            <a:avLst/>
          </a:prstGeom>
          <a:noFill/>
        </p:spPr>
        <p:txBody>
          <a:bodyPr wrap="none" lIns="0" tIns="0" rIns="0" bIns="71755" rtlCol="0" anchor="b" anchorCtr="0">
            <a:normAutofit/>
          </a:bodyPr>
          <a:lstStyle/>
          <a:p>
            <a:pPr indent="0" algn="ctr" fontAlgn="auto">
              <a:lnSpc>
                <a:spcPct val="130000"/>
              </a:lnSpc>
              <a:spcAft>
                <a:spcPts val="0"/>
              </a:spcAft>
            </a:pPr>
            <a:r>
              <a:rPr lang="en-US" altLang="zh-CN" sz="2000" b="1" dirty="0">
                <a:gradFill>
                  <a:gsLst>
                    <a:gs pos="0">
                      <a:schemeClr val="accent1">
                        <a:alpha val="100000"/>
                      </a:schemeClr>
                    </a:gs>
                    <a:gs pos="100000">
                      <a:schemeClr val="accent1">
                        <a:alpha val="46000"/>
                      </a:scheme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06</a:t>
            </a:r>
            <a:endParaRPr lang="en-US" altLang="zh-CN" sz="2000" b="1" dirty="0">
              <a:gradFill>
                <a:gsLst>
                  <a:gs pos="0">
                    <a:schemeClr val="accent1">
                      <a:alpha val="100000"/>
                    </a:schemeClr>
                  </a:gs>
                  <a:gs pos="100000">
                    <a:schemeClr val="accent1">
                      <a:alpha val="46000"/>
                    </a:scheme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58" name="文本框 57"/>
          <p:cNvSpPr txBox="1"/>
          <p:nvPr>
            <p:custDataLst>
              <p:tags r:id="rId17"/>
            </p:custDataLst>
          </p:nvPr>
        </p:nvSpPr>
        <p:spPr>
          <a:xfrm>
            <a:off x="2145030" y="4452303"/>
            <a:ext cx="2188800" cy="12312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lvl="0" algn="ctr">
              <a:lnSpc>
                <a:spcPct val="130000"/>
              </a:lnSpc>
              <a:buClrTx/>
              <a:buSzTx/>
              <a:buFont typeface="Arial" panose="020B0604020202020204" pitchFamily="34" charset="0"/>
            </a:pPr>
            <a:r>
              <a:rPr lang="zh-CN" altLang="en-US" sz="1500" b="1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数据准备</a:t>
            </a:r>
            <a:endParaRPr lang="zh-CN" altLang="en-US" sz="1500" b="1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59" name="文本框 58"/>
          <p:cNvSpPr txBox="1"/>
          <p:nvPr>
            <p:custDataLst>
              <p:tags r:id="rId18"/>
            </p:custDataLst>
          </p:nvPr>
        </p:nvSpPr>
        <p:spPr>
          <a:xfrm>
            <a:off x="5015230" y="4452303"/>
            <a:ext cx="2188800" cy="12312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lvl="0" algn="ctr">
              <a:lnSpc>
                <a:spcPct val="130000"/>
              </a:lnSpc>
              <a:buClrTx/>
              <a:buSzTx/>
              <a:buFont typeface="Arial" panose="020B0604020202020204" pitchFamily="34" charset="0"/>
            </a:pPr>
            <a:r>
              <a:rPr lang="zh-CN" altLang="en-US" sz="1500" b="1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环境搭建</a:t>
            </a:r>
            <a:endParaRPr lang="zh-CN" altLang="en-US" sz="1500" b="1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sp>
        <p:nvSpPr>
          <p:cNvPr id="60" name="文本框 59"/>
          <p:cNvSpPr txBox="1"/>
          <p:nvPr>
            <p:custDataLst>
              <p:tags r:id="rId19"/>
            </p:custDataLst>
          </p:nvPr>
        </p:nvSpPr>
        <p:spPr>
          <a:xfrm>
            <a:off x="7869555" y="4452303"/>
            <a:ext cx="2188800" cy="1231265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noAutofit/>
          </a:bodyPr>
          <a:lstStyle/>
          <a:p>
            <a:pPr lvl="0" algn="ctr">
              <a:lnSpc>
                <a:spcPct val="130000"/>
              </a:lnSpc>
              <a:buClrTx/>
              <a:buSzTx/>
              <a:buFont typeface="Arial" panose="020B0604020202020204" pitchFamily="34" charset="0"/>
            </a:pPr>
            <a:r>
              <a:rPr lang="zh-CN" altLang="en-US" sz="1500" b="1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部署</a:t>
            </a:r>
            <a:r>
              <a:rPr lang="zh-CN" altLang="en-US" sz="1500" b="1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调试</a:t>
            </a:r>
            <a:endParaRPr lang="zh-CN" altLang="en-US" sz="1500" b="1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cxnSp>
        <p:nvCxnSpPr>
          <p:cNvPr id="61" name="直接连接符 60"/>
          <p:cNvCxnSpPr/>
          <p:nvPr>
            <p:custDataLst>
              <p:tags r:id="rId20"/>
            </p:custDataLst>
          </p:nvPr>
        </p:nvCxnSpPr>
        <p:spPr>
          <a:xfrm flipV="1">
            <a:off x="6111240" y="3299143"/>
            <a:ext cx="0" cy="539750"/>
          </a:xfrm>
          <a:prstGeom prst="line">
            <a:avLst/>
          </a:prstGeom>
          <a:ln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16200000" scaled="0"/>
            </a:gradFill>
            <a:head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62" name="直接连接符 61"/>
          <p:cNvCxnSpPr/>
          <p:nvPr>
            <p:custDataLst>
              <p:tags r:id="rId21"/>
            </p:custDataLst>
          </p:nvPr>
        </p:nvCxnSpPr>
        <p:spPr>
          <a:xfrm flipV="1">
            <a:off x="3239770" y="3235643"/>
            <a:ext cx="0" cy="539750"/>
          </a:xfrm>
          <a:prstGeom prst="line">
            <a:avLst/>
          </a:prstGeom>
          <a:ln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16200000" scaled="0"/>
            </a:gradFill>
            <a:head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3" name="文本框 62"/>
          <p:cNvSpPr txBox="1"/>
          <p:nvPr>
            <p:custDataLst>
              <p:tags r:id="rId22"/>
            </p:custDataLst>
          </p:nvPr>
        </p:nvSpPr>
        <p:spPr>
          <a:xfrm>
            <a:off x="10058400" y="2081213"/>
            <a:ext cx="718185" cy="485775"/>
          </a:xfrm>
          <a:prstGeom prst="rect">
            <a:avLst/>
          </a:prstGeom>
          <a:noFill/>
        </p:spPr>
        <p:txBody>
          <a:bodyPr wrap="none" lIns="0" tIns="0" rIns="0" bIns="71755" rtlCol="0" anchor="b" anchorCtr="0">
            <a:normAutofit/>
          </a:bodyPr>
          <a:lstStyle/>
          <a:p>
            <a:pPr indent="0" algn="ctr" fontAlgn="auto">
              <a:lnSpc>
                <a:spcPct val="130000"/>
              </a:lnSpc>
              <a:spcAft>
                <a:spcPts val="0"/>
              </a:spcAft>
            </a:pPr>
            <a:r>
              <a:rPr lang="en-US" altLang="zh-CN" sz="2000" b="1" dirty="0">
                <a:gradFill>
                  <a:gsLst>
                    <a:gs pos="0">
                      <a:schemeClr val="accent1">
                        <a:alpha val="100000"/>
                      </a:schemeClr>
                    </a:gs>
                    <a:gs pos="100000">
                      <a:schemeClr val="accent1">
                        <a:alpha val="46000"/>
                      </a:schemeClr>
                    </a:gs>
                  </a:gsLst>
                  <a:lin ang="5400000" scaled="0"/>
                </a:gra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07</a:t>
            </a:r>
            <a:endParaRPr lang="en-US" altLang="zh-CN" sz="2000" b="1" dirty="0">
              <a:gradFill>
                <a:gsLst>
                  <a:gs pos="0">
                    <a:schemeClr val="accent1">
                      <a:alpha val="100000"/>
                    </a:schemeClr>
                  </a:gs>
                  <a:gs pos="100000">
                    <a:schemeClr val="accent1">
                      <a:alpha val="46000"/>
                    </a:schemeClr>
                  </a:gs>
                </a:gsLst>
                <a:lin ang="5400000" scaled="0"/>
              </a:gra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4" name="文本框 63"/>
          <p:cNvSpPr txBox="1"/>
          <p:nvPr>
            <p:custDataLst>
              <p:tags r:id="rId23"/>
            </p:custDataLst>
          </p:nvPr>
        </p:nvSpPr>
        <p:spPr>
          <a:xfrm>
            <a:off x="9323070" y="849948"/>
            <a:ext cx="2188210" cy="1231265"/>
          </a:xfrm>
          <a:prstGeom prst="rect">
            <a:avLst/>
          </a:prstGeom>
          <a:noFill/>
        </p:spPr>
        <p:txBody>
          <a:bodyPr wrap="square" lIns="0" tIns="0" rIns="0" bIns="0" rtlCol="0" anchor="b" anchorCtr="0">
            <a:noAutofit/>
          </a:bodyPr>
          <a:lstStyle/>
          <a:p>
            <a:pPr indent="0" algn="ctr" fontAlgn="auto">
              <a:lnSpc>
                <a:spcPct val="130000"/>
              </a:lnSpc>
              <a:buFont typeface="Arial" panose="020B0604020202020204" pitchFamily="34" charset="0"/>
              <a:buNone/>
            </a:pPr>
            <a:r>
              <a:rPr lang="zh-CN" altLang="en-US" sz="1500" b="1">
                <a:solidFill>
                  <a:schemeClr val="tx1">
                    <a:lumMod val="85000"/>
                    <a:lumOff val="15000"/>
                  </a:schemeClr>
                </a:solidFill>
                <a:sym typeface="+mn-ea"/>
              </a:rPr>
              <a:t>应用上线</a:t>
            </a:r>
            <a:endParaRPr lang="zh-CN" altLang="en-US" sz="1500" b="1">
              <a:solidFill>
                <a:schemeClr val="tx1">
                  <a:lumMod val="85000"/>
                  <a:lumOff val="15000"/>
                </a:schemeClr>
              </a:solidFill>
              <a:sym typeface="+mn-ea"/>
            </a:endParaRPr>
          </a:p>
        </p:txBody>
      </p:sp>
      <p:cxnSp>
        <p:nvCxnSpPr>
          <p:cNvPr id="65" name="直接连接符 64"/>
          <p:cNvCxnSpPr/>
          <p:nvPr>
            <p:custDataLst>
              <p:tags r:id="rId24"/>
            </p:custDataLst>
          </p:nvPr>
        </p:nvCxnSpPr>
        <p:spPr>
          <a:xfrm>
            <a:off x="10418445" y="2692083"/>
            <a:ext cx="0" cy="539750"/>
          </a:xfrm>
          <a:prstGeom prst="line">
            <a:avLst/>
          </a:prstGeom>
          <a:ln>
            <a:gradFill>
              <a:gsLst>
                <a:gs pos="0">
                  <a:schemeClr val="accent1">
                    <a:alpha val="0"/>
                  </a:schemeClr>
                </a:gs>
                <a:gs pos="100000">
                  <a:schemeClr val="accent1">
                    <a:alpha val="100000"/>
                  </a:schemeClr>
                </a:gs>
              </a:gsLst>
              <a:lin ang="16200000" scaled="0"/>
            </a:gradFill>
            <a:headEnd type="oval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6" name="文本框 65"/>
          <p:cNvSpPr txBox="1"/>
          <p:nvPr>
            <p:custDataLst>
              <p:tags r:id="rId25"/>
            </p:custDataLst>
          </p:nvPr>
        </p:nvSpPr>
        <p:spPr>
          <a:xfrm>
            <a:off x="374015" y="184150"/>
            <a:ext cx="5217160" cy="576580"/>
          </a:xfrm>
          <a:prstGeom prst="rect">
            <a:avLst/>
          </a:prstGeom>
          <a:noFill/>
        </p:spPr>
        <p:txBody>
          <a:bodyPr wrap="square" lIns="17780" tIns="0" rIns="17780" bIns="0" rtlCol="0" anchor="t">
            <a:noAutofit/>
          </a:bodyPr>
          <a:p>
            <a:pPr>
              <a:lnSpc>
                <a:spcPct val="111000"/>
              </a:lnSpc>
            </a:pPr>
            <a:r>
              <a:rPr lang="zh-CN" altLang="en-US" sz="3600">
                <a:latin typeface="Microsoft YaHei UI" panose="020B0503020204020204" charset="-122"/>
                <a:ea typeface="Microsoft YaHei UI" panose="020B0503020204020204" charset="-122"/>
                <a:sym typeface="+mn-ea"/>
              </a:rPr>
              <a:t>实施时间及成本</a:t>
            </a:r>
            <a:endParaRPr sz="3600">
              <a:solidFill>
                <a:schemeClr val="dk1"/>
              </a:solidFill>
              <a:latin typeface="Arial" panose="020B0604020202020204" pitchFamily="34" charset="0"/>
              <a:ea typeface="微软雅黑" panose="020B0503020204020204" charset="-122"/>
            </a:endParaRPr>
          </a:p>
        </p:txBody>
      </p:sp>
      <p:sp>
        <p:nvSpPr>
          <p:cNvPr id="68" name="文本框 67"/>
          <p:cNvSpPr txBox="1"/>
          <p:nvPr/>
        </p:nvSpPr>
        <p:spPr>
          <a:xfrm>
            <a:off x="1088390" y="5373370"/>
            <a:ext cx="10745470" cy="583565"/>
          </a:xfrm>
          <a:prstGeom prst="rect">
            <a:avLst/>
          </a:prstGeom>
        </p:spPr>
        <p:txBody>
          <a:bodyPr wrap="square">
            <a:spAutoFit/>
          </a:bodyPr>
          <a:p>
            <a:pPr algn="ctr" defTabSz="266700"/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整体工期约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4-6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个月，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成本预估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30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万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 defTabSz="266700"/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成本包含人工、资源、硬件成本，按不同项目需求、部署方式存在较大差异，按项目实际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情况确认。</a:t>
            </a:r>
            <a:endParaRPr lang="zh-CN" altLang="en-US" sz="16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375410" y="1584960"/>
            <a:ext cx="8883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1-2</a:t>
            </a:r>
            <a:r>
              <a:rPr lang="zh-CN" altLang="en-US" sz="1200"/>
              <a:t>周</a:t>
            </a:r>
            <a:endParaRPr lang="zh-CN" altLang="en-US" sz="1200"/>
          </a:p>
        </p:txBody>
      </p:sp>
      <p:sp>
        <p:nvSpPr>
          <p:cNvPr id="3" name="文本框 2"/>
          <p:cNvSpPr txBox="1"/>
          <p:nvPr/>
        </p:nvSpPr>
        <p:spPr>
          <a:xfrm>
            <a:off x="2834640" y="4773295"/>
            <a:ext cx="7842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3-4</a:t>
            </a:r>
            <a:r>
              <a:rPr lang="zh-CN" altLang="en-US" sz="1200"/>
              <a:t>周</a:t>
            </a:r>
            <a:endParaRPr lang="zh-CN" altLang="en-US" sz="1200"/>
          </a:p>
        </p:txBody>
      </p:sp>
      <p:sp>
        <p:nvSpPr>
          <p:cNvPr id="5" name="文本框 4"/>
          <p:cNvSpPr txBox="1"/>
          <p:nvPr/>
        </p:nvSpPr>
        <p:spPr>
          <a:xfrm>
            <a:off x="4250055" y="1588770"/>
            <a:ext cx="8883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1-2</a:t>
            </a:r>
            <a:r>
              <a:rPr lang="zh-CN" altLang="en-US" sz="1200"/>
              <a:t>周</a:t>
            </a:r>
            <a:endParaRPr lang="zh-CN" altLang="en-US" sz="1200"/>
          </a:p>
        </p:txBody>
      </p:sp>
      <p:sp>
        <p:nvSpPr>
          <p:cNvPr id="6" name="文本框 5"/>
          <p:cNvSpPr txBox="1"/>
          <p:nvPr/>
        </p:nvSpPr>
        <p:spPr>
          <a:xfrm>
            <a:off x="5770880" y="4773295"/>
            <a:ext cx="7842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1-2</a:t>
            </a:r>
            <a:r>
              <a:rPr lang="zh-CN" altLang="en-US" sz="1200"/>
              <a:t>周</a:t>
            </a:r>
            <a:endParaRPr lang="zh-CN" altLang="en-US" sz="1200"/>
          </a:p>
        </p:txBody>
      </p:sp>
      <p:sp>
        <p:nvSpPr>
          <p:cNvPr id="7" name="文本框 6"/>
          <p:cNvSpPr txBox="1"/>
          <p:nvPr/>
        </p:nvSpPr>
        <p:spPr>
          <a:xfrm>
            <a:off x="7103110" y="1589405"/>
            <a:ext cx="8883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5-6</a:t>
            </a:r>
            <a:r>
              <a:rPr lang="zh-CN" altLang="en-US" sz="1200"/>
              <a:t>周</a:t>
            </a:r>
            <a:endParaRPr lang="zh-CN" altLang="en-US" sz="1200"/>
          </a:p>
        </p:txBody>
      </p:sp>
      <p:sp>
        <p:nvSpPr>
          <p:cNvPr id="8" name="文本框 7"/>
          <p:cNvSpPr txBox="1"/>
          <p:nvPr/>
        </p:nvSpPr>
        <p:spPr>
          <a:xfrm>
            <a:off x="8565515" y="4773295"/>
            <a:ext cx="7842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 sz="1200"/>
              <a:t>1-2</a:t>
            </a:r>
            <a:r>
              <a:rPr lang="zh-CN" altLang="en-US" sz="1200"/>
              <a:t>周</a:t>
            </a:r>
            <a:endParaRPr lang="zh-CN" altLang="en-US" sz="1200"/>
          </a:p>
        </p:txBody>
      </p:sp>
    </p:spTree>
    <p:custDataLst>
      <p:tags r:id="rId26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ubtitle 12"/>
          <p:cNvSpPr>
            <a:spLocks noGrp="1"/>
          </p:cNvSpPr>
          <p:nvPr>
            <p:ph type="body" idx="16389"/>
            <p:custDataLst>
              <p:tags r:id="rId1"/>
            </p:custDataLst>
          </p:nvPr>
        </p:nvSpPr>
        <p:spPr/>
        <p:txBody>
          <a:bodyPr/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THE END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  <p:sp>
        <p:nvSpPr>
          <p:cNvPr id="3" name="标题"/>
          <p:cNvSpPr>
            <a:spLocks noGrp="1"/>
          </p:cNvSpPr>
          <p:nvPr>
            <p:ph type="title" idx="16388"/>
            <p:custDataLst>
              <p:tags r:id="rId2"/>
            </p:custDataLst>
          </p:nvPr>
        </p:nvSpPr>
        <p:spPr/>
        <p:txBody>
          <a:bodyPr>
            <a:normAutofit fontScale="90000"/>
          </a:bodyPr>
          <a:p>
            <a:r>
              <a:rPr lang="zh-CN" altLang="en-US">
                <a:latin typeface="Microsoft YaHei UI" panose="020B0503020204020204" charset="-122"/>
                <a:ea typeface="Microsoft YaHei UI" panose="020B0503020204020204" charset="-122"/>
              </a:rPr>
              <a:t>谢谢</a:t>
            </a:r>
            <a:endParaRPr lang="zh-CN" altLang="en-US">
              <a:latin typeface="Microsoft YaHei UI" panose="020B0503020204020204" charset="-122"/>
              <a:ea typeface="Microsoft YaHei UI" panose="020B0503020204020204" charset="-122"/>
            </a:endParaRPr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157"/>
  <p:tag name="KSO_WM_TEMPLATE_CATEGORY" val="custom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  <p:tag name="KSO_WM_UNIT_ISNUMDGMTITLE" val="0"/>
  <p:tag name="KSO_WM_TEMPLATE_INDEX" val="40490157"/>
  <p:tag name="KSO_WM_TEMPLATE_CATEGORY" val="custom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13"/>
  <p:tag name="KSO_WM_UNIT_LAYERLEVEL" val="1"/>
  <p:tag name="KSO_WM_TAG_VERSION" val="3.0"/>
  <p:tag name="KSO_WM_BEAUTIFY_FLAG" val="#wm#"/>
  <p:tag name="KSO_WM_UNIT_TYPE" val="i"/>
  <p:tag name="KSO_WM_UNIT_INDEX" val="13"/>
  <p:tag name="KSO_WM_UNIT_ISNUMDGMTITLE" val="0"/>
  <p:tag name="KSO_WM_UNIT_NOCLEAR" val="0"/>
  <p:tag name="KSO_WM_TEMPLATE_INDEX" val="40490157"/>
  <p:tag name="KSO_WM_TEMPLATE_CATEGORY" val="custom"/>
</p:tagLst>
</file>

<file path=ppt/tags/tag40.xml><?xml version="1.0" encoding="utf-8"?>
<p:tagLst xmlns:p="http://schemas.openxmlformats.org/presentationml/2006/main">
  <p:tag name="KSO_WM_UNIT_ISCONTENTSTITLE" val="1"/>
  <p:tag name="KSO_WM_UNIT_ISNUMDGMTITLE" val="0"/>
  <p:tag name="KSO_WM_UNIT_PRESET_TEXT" val="目录"/>
  <p:tag name="KSO_WM_UNIT_NOCLEAR" val="0"/>
  <p:tag name="KSO_WM_UNIT_VALUE" val="1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  <p:tag name="KSO_WM_TEMPLATE_INDEX" val="40490157"/>
  <p:tag name="KSO_WM_TEMPLATE_CATEGORY" val="custom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2"/>
  <p:tag name="KSO_WM_UNIT_LAYERLEVEL" val="1"/>
  <p:tag name="KSO_WM_TAG_VERSION" val="3.0"/>
  <p:tag name="KSO_WM_BEAUTIFY_FLAG" val="#wm#"/>
  <p:tag name="KSO_WM_UNIT_TYPE" val="i"/>
  <p:tag name="KSO_WM_UNIT_INDEX" val="2"/>
  <p:tag name="KSO_WM_UNIT_ISNUMDGMTITLE" val="0"/>
  <p:tag name="KSO_WM_UNIT_NOCLEAR" val="0"/>
  <p:tag name="KSO_WM_TEMPLATE_INDEX" val="40490157"/>
  <p:tag name="KSO_WM_TEMPLATE_CATEGORY" val="custom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i*3"/>
  <p:tag name="KSO_WM_UNIT_LAYERLEVEL" val="1"/>
  <p:tag name="KSO_WM_TAG_VERSION" val="3.0"/>
  <p:tag name="KSO_WM_BEAUTIFY_FLAG" val="#wm#"/>
  <p:tag name="KSO_WM_UNIT_TYPE" val="i"/>
  <p:tag name="KSO_WM_UNIT_INDEX" val="3"/>
  <p:tag name="KSO_WM_UNIT_ISNUMDGMTITLE" val="0"/>
  <p:tag name="KSO_WM_UNIT_NOCLEAR" val="0"/>
  <p:tag name="KSO_WM_TEMPLATE_INDEX" val="40490157"/>
  <p:tag name="KSO_WM_TEMPLATE_CATEGORY" val="custom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157"/>
  <p:tag name="KSO_WM_TEMPLATE_CATEGORY" val="custom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  <p:tag name="KSO_WM_UNIT_ISNUMDGMTITLE" val="0"/>
  <p:tag name="KSO_WM_TEMPLATE_INDEX" val="40490157"/>
  <p:tag name="KSO_WM_TEMPLATE_CATEGORY" val="custom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  <p:tag name="KSO_WM_UNIT_ISNUMDGMTITLE" val="0"/>
  <p:tag name="KSO_WM_TEMPLATE_INDEX" val="40490157"/>
  <p:tag name="KSO_WM_TEMPLATE_CATEGORY" val="custom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  <p:tag name="KSO_WM_TEMPLATE_INDEX" val="40490157"/>
  <p:tag name="KSO_WM_TEMPLATE_CATEGORY" val="custom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  <p:tag name="KSO_WM_UNIT_ISNUMDGMTITLE" val="0"/>
  <p:tag name="KSO_WM_TEMPLATE_INDEX" val="40490157"/>
  <p:tag name="KSO_WM_TEMPLATE_CATEGORY" val="custom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  <p:tag name="KSO_WM_TEMPLATE_INDEX" val="40490157"/>
  <p:tag name="KSO_WM_TEMPLATE_CATEGORY" val="custom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  <p:tag name="KSO_WM_UNIT_ISNUMDGMTITLE" val="0"/>
  <p:tag name="KSO_WM_TEMPLATE_INDEX" val="40490157"/>
  <p:tag name="KSO_WM_TEMPLATE_CATEGORY" val="custom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INDEX" val="40490157"/>
  <p:tag name="KSO_WM_TEMPLATE_CATEGORY" val="custom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  <p:tag name="KSO_WM_TEMPLATE_INDEX" val="40490157"/>
  <p:tag name="KSO_WM_TEMPLATE_CATEGORY" val="custom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  <p:tag name="KSO_WM_UNIT_ISNUMDGMTITLE" val="0"/>
  <p:tag name="KSO_WM_TEMPLATE_INDEX" val="40490157"/>
  <p:tag name="KSO_WM_TEMPLATE_CATEGORY" val="custom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  <p:tag name="KSO_WM_TEMPLATE_INDEX" val="40490157"/>
  <p:tag name="KSO_WM_TEMPLATE_CATEGORY" val="custom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INDEX" val="40490157"/>
  <p:tag name="KSO_WM_TEMPLATE_CATEGORY" val="custom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i*13"/>
  <p:tag name="KSO_WM_UNIT_LAYERLEVEL" val="1"/>
  <p:tag name="KSO_WM_TAG_VERSION" val="3.0"/>
  <p:tag name="KSO_WM_BEAUTIFY_FLAG" val="#wm#"/>
  <p:tag name="KSO_WM_UNIT_TYPE" val="i"/>
  <p:tag name="KSO_WM_UNIT_INDEX" val="13"/>
  <p:tag name="KSO_WM_UNIT_ISNUMDGMTITLE" val="0"/>
  <p:tag name="KSO_WM_UNIT_NOCLEAR" val="0"/>
  <p:tag name="KSO_WM_TEMPLATE_INDEX" val="40490157"/>
  <p:tag name="KSO_WM_TEMPLATE_CATEGORY" val="custom"/>
</p:tagLst>
</file>

<file path=ppt/tags/tag77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66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_9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157"/>
  <p:tag name="KSO_WM_TEMPLATE_CATEGORY" val="custom"/>
</p:tagLst>
</file>

<file path=ppt/tags/tag78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3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9*i*3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82.xml><?xml version="1.0" encoding="utf-8"?>
<p:tagLst xmlns:p="http://schemas.openxmlformats.org/presentationml/2006/main">
  <p:tag name="KSO_WM_BEAUTIFY_FLAG" val="#wm#"/>
  <p:tag name="KSO_WM_UNIT_INDEX" val="1"/>
  <p:tag name="KSO_WM_UNIT_SUBTYPE" val="c"/>
  <p:tag name="KSO_WM_UNIT_TEXT_TYPE" val="1"/>
  <p:tag name="KSO_WM_UNIT_TYPE" val="f"/>
  <p:tag name="KSO_WM_FIGMA_FLAG" val="#fgm#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83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9*i*2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84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384d4343ec25d94a71128a05133fc66cad86a7af"/>
  <p:tag name="KSO_WM_NEWLAYOUT_ID" val="1212"/>
  <p:tag name="KSO_WM_FIGMA_FLAG" val="#fgm#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85.xml><?xml version="1.0" encoding="utf-8"?>
<p:tagLst xmlns:p="http://schemas.openxmlformats.org/presentationml/2006/main">
  <p:tag name="KSO_WM_UNIT_HIGHLIGHT" val="0"/>
  <p:tag name="KSO_WM_BEAUTIFY_FLAG" val="#wm#"/>
  <p:tag name="KSO_WM_UNIT_INDEX" val="2"/>
  <p:tag name="KSO_WM_UNIT_SUBTYPE" val="b"/>
  <p:tag name="KSO_WM_UNIT_TEXT_TYPE" val="1"/>
  <p:tag name="KSO_WM_UNIT_TYPE" val="f"/>
  <p:tag name="KSO_WM_FIGMA_FLAG" val="#fgm#"/>
  <p:tag name="KSO_WM_UNIT_ID" val="_9*f*2"/>
  <p:tag name="KSO_WM_TAG_VERSION" val="3.0"/>
  <p:tag name="KSO_WM_UNIT_ISNUMDGMTITLE" val="0"/>
  <p:tag name="KSO_WM_UNIT_NOCLEAR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13"/>
  <p:tag name="KSO_WM_UNIT_LAYERLEVEL" val="1"/>
  <p:tag name="KSO_WM_TAG_VERSION" val="3.0"/>
  <p:tag name="KSO_WM_BEAUTIFY_FLAG" val="#wm#"/>
  <p:tag name="KSO_WM_UNIT_TYPE" val="i"/>
  <p:tag name="KSO_WM_UNIT_INDEX" val="13"/>
  <p:tag name="KSO_WM_UNIT_ISNUMDGMTITLE" val="0"/>
  <p:tag name="KSO_WM_UNIT_NOCLEAR" val="0"/>
  <p:tag name="KSO_WM_TEMPLATE_INDEX" val="40490157"/>
  <p:tag name="KSO_WM_TEMPLATE_CATEGORY" val="custom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90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0*i*2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91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3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0*i*3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92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a1b98257fabb0e4b37cec8bdc0592333a2cdbd17"/>
  <p:tag name="KSO_WM_NEWLAYOUT_ID" val="1218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93.xml><?xml version="1.0" encoding="utf-8"?>
<p:tagLst xmlns:p="http://schemas.openxmlformats.org/presentationml/2006/main">
  <p:tag name="KSO_WM_UNIT_PRESET_TEXT" val="PART ONE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3"/>
  <p:tag name="KSO_WM_UNIT_LAYERLEVEL" val="1"/>
  <p:tag name="KSO_WM_TAG_VERSION" val="3.0"/>
  <p:tag name="KSO_WM_BEAUTIFY_FLAG" val="#wm#"/>
  <p:tag name="KSO_WM_UNIT_TYPE" val="i"/>
  <p:tag name="KSO_WM_UNIT_INDEX" val="13"/>
  <p:tag name="KSO_WM_UNIT_ISNUMDGMTITLE" val="0"/>
  <p:tag name="KSO_WM_UNIT_NOCLEAR" val="0"/>
  <p:tag name="KSO_WM_TEMPLATE_INDEX" val="40490157"/>
  <p:tag name="KSO_WM_TEMPLATE_CATEGORY" val="custom"/>
</p:tagLst>
</file>

<file path=ppt/tags/tag95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66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157"/>
  <p:tag name="KSO_WM_TEMPLATE_CATEGORY" val="custom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99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00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3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01.xml><?xml version="1.0" encoding="utf-8"?>
<p:tagLst xmlns:p="http://schemas.openxmlformats.org/presentationml/2006/main">
  <p:tag name="KSO_WM_BEAUTIFY_FLAG" val="#wm#"/>
  <p:tag name="KSO_WM_UNIT_INDEX" val="1"/>
  <p:tag name="KSO_WM_UNIT_TEXT_TYPE" val="1"/>
  <p:tag name="KSO_WM_UNIT_TYPE" val="b"/>
  <p:tag name="KSO_WM_FIGMA_FLAG" val="#fgm#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102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3400caa301173a8a7522db9d090b85b5836a47f0"/>
  <p:tag name="KSO_WM_NEWLAYOUT_ID" val="1222"/>
  <p:tag name="KSO_WM_FIGMA_FLAG" val="#fgm#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0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10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2faf53cc01f42cea7ee3964489bb7634c9bd4d39"/>
  <p:tag name="KSO_WM_NEWLAYOUT_ID" val="1"/>
</p:tagLst>
</file>

<file path=ppt/tags/tag1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10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1_2"/>
  <p:tag name="KSO_WM_UNIT_TYPE" val="l_h_i"/>
</p:tagLst>
</file>

<file path=ppt/tags/tag11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11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2_2"/>
  <p:tag name="KSO_WM_UNIT_TYPE" val="l_h_i"/>
</p:tagLst>
</file>

<file path=ppt/tags/tag11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11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3_2"/>
  <p:tag name="KSO_WM_UNIT_TYPE" val="l_h_i"/>
</p:tagLst>
</file>

<file path=ppt/tags/tag11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1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11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UNIT_INDEX" val="1_4_2"/>
  <p:tag name="KSO_WM_UNIT_TYPE" val="l_h_i"/>
</p:tagLst>
</file>

<file path=ppt/tags/tag1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i*13"/>
  <p:tag name="KSO_WM_UNIT_LAYERLEVEL" val="1"/>
  <p:tag name="KSO_WM_TAG_VERSION" val="3.0"/>
  <p:tag name="KSO_WM_BEAUTIFY_FLAG" val="#wm#"/>
  <p:tag name="KSO_WM_UNIT_TYPE" val="i"/>
  <p:tag name="KSO_WM_UNIT_INDEX" val="13"/>
  <p:tag name="KSO_WM_UNIT_ISNUMDGMTITLE" val="0"/>
  <p:tag name="KSO_WM_UNIT_NOCLEAR" val="0"/>
  <p:tag name="KSO_WM_TEMPLATE_INDEX" val="40490157"/>
  <p:tag name="KSO_WM_TEMPLATE_CATEGORY" val="custom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24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0*i*2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25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3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0*i*3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26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a1b98257fabb0e4b37cec8bdc0592333a2cdbd17"/>
  <p:tag name="KSO_WM_NEWLAYOUT_ID" val="1218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127.xml><?xml version="1.0" encoding="utf-8"?>
<p:tagLst xmlns:p="http://schemas.openxmlformats.org/presentationml/2006/main">
  <p:tag name="KSO_WM_UNIT_PRESET_TEXT" val="PART ONE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3"/>
  <p:tag name="KSO_WM_UNIT_LAYERLEVEL" val="1"/>
  <p:tag name="KSO_WM_TAG_VERSION" val="3.0"/>
  <p:tag name="KSO_WM_BEAUTIFY_FLAG" val="#wm#"/>
  <p:tag name="KSO_WM_UNIT_TYPE" val="i"/>
  <p:tag name="KSO_WM_UNIT_INDEX" val="13"/>
  <p:tag name="KSO_WM_UNIT_ISNUMDGMTITLE" val="0"/>
  <p:tag name="KSO_WM_UNIT_NOCLEAR" val="0"/>
  <p:tag name="KSO_WM_TEMPLATE_INDEX" val="40490157"/>
  <p:tag name="KSO_WM_TEMPLATE_CATEGORY" val="custom"/>
</p:tagLst>
</file>

<file path=ppt/tags/tag129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66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157"/>
  <p:tag name="KSO_WM_TEMPLATE_CATEGORY" val="custom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33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1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34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3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35.xml><?xml version="1.0" encoding="utf-8"?>
<p:tagLst xmlns:p="http://schemas.openxmlformats.org/presentationml/2006/main">
  <p:tag name="KSO_WM_BEAUTIFY_FLAG" val="#wm#"/>
  <p:tag name="KSO_WM_UNIT_INDEX" val="1"/>
  <p:tag name="KSO_WM_UNIT_TEXT_TYPE" val="1"/>
  <p:tag name="KSO_WM_UNIT_TYPE" val="b"/>
  <p:tag name="KSO_WM_FIGMA_FLAG" val="#fgm#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136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3400caa301173a8a7522db9d090b85b5836a47f0"/>
  <p:tag name="KSO_WM_NEWLAYOUT_ID" val="1222"/>
  <p:tag name="KSO_WM_FIGMA_FLAG" val="#fgm#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157"/>
  <p:tag name="KSO_WM_TEMPLATE_CATEGORY" val="custom"/>
</p:tagLst>
</file>

<file path=ppt/tags/tag138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7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40490157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40490157"/>
  <p:tag name="KSO_WM_UNIT_ISNUMDGMTITLE" val="0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144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4b787e1769c53a6b"/>
  <p:tag name="KSO_WM_TEMPLATE_THUMBS_INDEX" val="1、9"/>
  <p:tag name="KSO_WM_TEMPLATE_INDEX" val="40490157"/>
  <p:tag name="KSO_WM_TEMPLATE_CATEGORY" val="custom"/>
  <p:tag name="KSO_WM_TEMPLATE_MASTER_TYPE" val="0"/>
  <p:tag name="KSO_WM_TAG_VERSION" val="3.0"/>
</p:tagLst>
</file>

<file path=ppt/tags/tag145.xml><?xml version="1.0" encoding="utf-8"?>
<p:tagLst xmlns:p="http://schemas.openxmlformats.org/presentationml/2006/main">
  <p:tag name="KSO_WM_AITEMPLATE_STYLE_ID" val="69796632965"/>
</p:tagLst>
</file>

<file path=ppt/tags/tag14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14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5ee2750534f0bcd871b09aa3a805b4d54d8dda8c"/>
  <p:tag name="KSO_WM_NEWLAYOUT_GROUP_ID" val="layout_1-5"/>
  <p:tag name="KSO_WM_NEWLAYOUT_ID" val="slide_61223ae7a7f7aefc"/>
</p:tagLst>
</file>

<file path=ppt/tags/tag14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</p:tagLst>
</file>

<file path=ppt/tags/tag149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</p:tagLst>
</file>

<file path=ppt/tags/tag15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5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</p:tagLst>
</file>

<file path=ppt/tags/tag152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</p:tagLst>
</file>

<file path=ppt/tags/tag15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5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</p:tagLst>
</file>

<file path=ppt/tags/tag155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</p:tagLst>
</file>

<file path=ppt/tags/tag15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5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</p:tagLst>
</file>

<file path=ppt/tags/tag158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</p:tagLst>
</file>

<file path=ppt/tags/tag15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16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950d4ae625ace71b0443c9c633d856aa028a9b5b"/>
  <p:tag name="KSO_WM_NEWLAYOUT_GROUP_ID" val="layout_8"/>
  <p:tag name="KSO_WM_NEWLAYOUT_ID" val="slide_7a9549c9d8b9a95f"/>
</p:tagLst>
</file>

<file path=ppt/tags/tag16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EXT_TYPE" val="1"/>
  <p:tag name="KSO_WM_UNIT_TYPE" val="n_h_a"/>
</p:tagLst>
</file>

<file path=ppt/tags/tag162.xml><?xml version="1.0" encoding="utf-8"?>
<p:tagLst xmlns:p="http://schemas.openxmlformats.org/presentationml/2006/main">
  <p:tag name="$PH_EXT" val="2"/>
  <p:tag name="KSO_WM_BEAUTIFY_FLAG" val="#fgm#"/>
  <p:tag name="KSO_WM_FIGMA_FLAG" val="#fgm#"/>
  <p:tag name="KSO_WM_SYNC_SLIDE_TEXT" val="1"/>
  <p:tag name="KSO_WM_UNIT_INDEX" val="2"/>
  <p:tag name="KSO_WM_UNIT_TYPE" val="i"/>
</p:tagLst>
</file>

<file path=ppt/tags/tag163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_1"/>
  <p:tag name="KSO_WM_UNIT_TYPE" val="n_h_h_i"/>
</p:tagLst>
</file>

<file path=ppt/tags/tag164.xml><?xml version="1.0" encoding="utf-8"?>
<p:tagLst xmlns:p="http://schemas.openxmlformats.org/presentationml/2006/main">
  <p:tag name="KSO_WM_FIGMA_DECORATION_INDEX" val="7"/>
  <p:tag name="$PH_EXT" val="1"/>
  <p:tag name="KSO_WM_BEAUTIFY_FLAG" val="#fgm#"/>
  <p:tag name="KSO_WM_DIAGRAM_GROUP_CODE" val="1"/>
  <p:tag name="KSO_WM_FIGMA_FLAG" val="#fgm#"/>
  <p:tag name="KSO_WM_UNIT_INDEX" val="1_2_1_1"/>
  <p:tag name="KSO_WM_UNIT_TYPE" val="n_h_h_x"/>
</p:tagLst>
</file>

<file path=ppt/tags/tag1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_1"/>
  <p:tag name="KSO_WM_UNIT_TYPE" val="n_h_h_f"/>
</p:tagLst>
</file>

<file path=ppt/tags/tag166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_1"/>
  <p:tag name="KSO_WM_UNIT_TYPE" val="n_h_h_i"/>
</p:tagLst>
</file>

<file path=ppt/tags/tag167.xml><?xml version="1.0" encoding="utf-8"?>
<p:tagLst xmlns:p="http://schemas.openxmlformats.org/presentationml/2006/main">
  <p:tag name="KSO_WM_FIGMA_DECORATION_INDEX" val="8"/>
  <p:tag name="$PH_EXT" val="1"/>
  <p:tag name="KSO_WM_BEAUTIFY_FLAG" val="#fgm#"/>
  <p:tag name="KSO_WM_DIAGRAM_GROUP_CODE" val="1"/>
  <p:tag name="KSO_WM_FIGMA_FLAG" val="#fgm#"/>
  <p:tag name="KSO_WM_UNIT_INDEX" val="1_2_2_1"/>
  <p:tag name="KSO_WM_UNIT_TYPE" val="n_h_h_x"/>
</p:tagLst>
</file>

<file path=ppt/tags/tag1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2_1"/>
  <p:tag name="KSO_WM_UNIT_TYPE" val="n_h_h_f"/>
</p:tagLst>
</file>

<file path=ppt/tags/tag169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3_1"/>
  <p:tag name="KSO_WM_UNIT_TYPE" val="n_h_h_i"/>
</p:tagLst>
</file>

<file path=ppt/tags/tag170.xml><?xml version="1.0" encoding="utf-8"?>
<p:tagLst xmlns:p="http://schemas.openxmlformats.org/presentationml/2006/main">
  <p:tag name="KSO_WM_FIGMA_DECORATION_INDEX" val="9"/>
  <p:tag name="$PH_EXT" val="1"/>
  <p:tag name="KSO_WM_BEAUTIFY_FLAG" val="#fgm#"/>
  <p:tag name="KSO_WM_DIAGRAM_GROUP_CODE" val="1"/>
  <p:tag name="KSO_WM_FIGMA_FLAG" val="#fgm#"/>
  <p:tag name="KSO_WM_UNIT_INDEX" val="1_2_3_1"/>
  <p:tag name="KSO_WM_UNIT_TYPE" val="n_h_h_x"/>
</p:tagLst>
</file>

<file path=ppt/tags/tag1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3_1"/>
  <p:tag name="KSO_WM_UNIT_TYPE" val="n_h_h_f"/>
</p:tagLst>
</file>

<file path=ppt/tags/tag172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4_1"/>
  <p:tag name="KSO_WM_UNIT_TYPE" val="n_h_h_i"/>
</p:tagLst>
</file>

<file path=ppt/tags/tag173.xml><?xml version="1.0" encoding="utf-8"?>
<p:tagLst xmlns:p="http://schemas.openxmlformats.org/presentationml/2006/main">
  <p:tag name="KSO_WM_FIGMA_DECORATION_INDEX" val="10"/>
  <p:tag name="$PH_EXT" val="1"/>
  <p:tag name="KSO_WM_BEAUTIFY_FLAG" val="#fgm#"/>
  <p:tag name="KSO_WM_DIAGRAM_GROUP_CODE" val="1"/>
  <p:tag name="KSO_WM_FIGMA_FLAG" val="#fgm#"/>
  <p:tag name="KSO_WM_UNIT_INDEX" val="1_2_4_1"/>
  <p:tag name="KSO_WM_UNIT_TYPE" val="n_h_h_x"/>
</p:tagLst>
</file>

<file path=ppt/tags/tag1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4_1"/>
  <p:tag name="KSO_WM_UNIT_TYPE" val="n_h_h_f"/>
</p:tagLst>
</file>

<file path=ppt/tags/tag175.xml><?xml version="1.0" encoding="utf-8"?>
<p:tagLst xmlns:p="http://schemas.openxmlformats.org/presentationml/2006/main">
  <p:tag name="KSO_WM_FIGMA_DECORATION_INDEX" val="16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5_1"/>
  <p:tag name="KSO_WM_UNIT_TYPE" val="n_h_h_i"/>
</p:tagLst>
</file>

<file path=ppt/tags/tag176.xml><?xml version="1.0" encoding="utf-8"?>
<p:tagLst xmlns:p="http://schemas.openxmlformats.org/presentationml/2006/main">
  <p:tag name="KSO_WM_FIGMA_DECORATION_INDEX" val="11"/>
  <p:tag name="$PH_EXT" val="1"/>
  <p:tag name="KSO_WM_BEAUTIFY_FLAG" val="#fgm#"/>
  <p:tag name="KSO_WM_DIAGRAM_GROUP_CODE" val="1"/>
  <p:tag name="KSO_WM_FIGMA_FLAG" val="#fgm#"/>
  <p:tag name="KSO_WM_UNIT_INDEX" val="1_2_5_1"/>
  <p:tag name="KSO_WM_UNIT_TYPE" val="n_h_h_x"/>
</p:tagLst>
</file>

<file path=ppt/tags/tag17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5_1"/>
  <p:tag name="KSO_WM_UNIT_TYPE" val="n_h_h_f"/>
</p:tagLst>
</file>

<file path=ppt/tags/tag178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c75cdc1c20361d7694aade5d0087f405c83eec62"/>
  <p:tag name="KSO_WM_NEWLAYOUT_GROUP_ID" val="layout_48"/>
  <p:tag name="KSO_WM_NEWLAYOUT_ID" val="slide_81d8e711c58b27d4"/>
</p:tagLst>
</file>

<file path=ppt/tags/tag179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18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18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8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83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18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18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8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8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1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18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1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19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64c84295102dda77379e9a27ee7b44a85f09f2ed"/>
  <p:tag name="KSO_WM_NEWLAYOUT_GROUP_ID" val="layout_6"/>
  <p:tag name="KSO_WM_NEWLAYOUT_ID" val="slide_db6ecc7827b66e6e"/>
</p:tagLst>
</file>

<file path=ppt/tags/tag19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19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1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19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19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1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19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19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0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0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0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4be3e3169d603f8e0541c4de49585436a8190912"/>
  <p:tag name="KSO_WM_NEWLAYOUT_GROUP_ID" val="layout_30"/>
  <p:tag name="KSO_WM_NEWLAYOUT_ID" val="slide_9aff4a90289760fc"/>
</p:tagLst>
</file>

<file path=ppt/tags/tag203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0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0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0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07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0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0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10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</p:tagLst>
</file>

<file path=ppt/tags/tag21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1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13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</p:tagLst>
</file>

<file path=ppt/tags/tag21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</p:tagLst>
</file>

<file path=ppt/tags/tag21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</p:tagLst>
</file>

<file path=ppt/tags/tag216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5911ab4357cae44bb2a1c909e885d3b3bd259008"/>
  <p:tag name="KSO_WM_NEWLAYOUT_GROUP_ID" val="layout_53"/>
  <p:tag name="KSO_WM_NEWLAYOUT_ID" val="slide_a51f9d830a889bd4"/>
</p:tagLst>
</file>

<file path=ppt/tags/tag217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1_1"/>
  <p:tag name="KSO_WM_UNIT_TYPE" val="l_h_i"/>
</p:tagLst>
</file>

<file path=ppt/tags/tag21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1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2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21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2_1"/>
  <p:tag name="KSO_WM_UNIT_TYPE" val="l_h_i"/>
</p:tagLst>
</file>

<file path=ppt/tags/tag22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2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2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25.xml><?xml version="1.0" encoding="utf-8"?>
<p:tagLst xmlns:p="http://schemas.openxmlformats.org/presentationml/2006/main">
  <p:tag name="KSO_WM_FIGMA_DECORATION_INDEX" val="18"/>
  <p:tag name="$PH_EXT" val="2"/>
  <p:tag name="KSO_WM_BEAUTIFY_FLAG" val="#fgm#"/>
  <p:tag name="KSO_WM_DIAGRAM_GROUP_CODE" val="1"/>
  <p:tag name="KSO_WM_FIGMA_FLAG" val="#fgm#"/>
  <p:tag name="KSO_WM_SHAPE_BGTYPE" val="lt1"/>
  <p:tag name="KSO_WM_SHAPE_BRIGHT_DATA" val="[{&quot;dk1&quot;:-60,&quot;dk2&quot;:-50,&quot;lt1&quot;:90,&quot;lt2&quot;:100},{&quot;dk1&quot;:-60,&quot;dk2&quot;:-50,&quot;lt1&quot;:90,&quot;lt2&quot;:100}]"/>
  <p:tag name="KSO_WM_SHAPE_UPDATE_BRIGHT" val="1"/>
  <p:tag name="KSO_WM_SYNC_SLIDE_TEXT" val="1"/>
  <p:tag name="KSO_WM_UNIT_INDEX" val="1_3_1"/>
  <p:tag name="KSO_WM_UNIT_TYPE" val="l_h_i"/>
</p:tagLst>
</file>

<file path=ppt/tags/tag22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2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2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29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3da6822a46af605f010adf5f458e9ec1630d3ff"/>
  <p:tag name="KSO_WM_NEWLAYOUT_GROUP_ID" val="layout_42"/>
  <p:tag name="KSO_WM_NEWLAYOUT_ID" val="slide_c13321443022db2c"/>
</p:tagLst>
</file>

<file path=ppt/tags/tag230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d"/>
</p:tagLst>
</file>

<file path=ppt/tags/tag231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</p:tagLst>
</file>

<file path=ppt/tags/tag23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3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34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</p:tagLst>
</file>

<file path=ppt/tags/tag23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3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37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YPE" val="a"/>
  <p:tag name="KSO_WM_LAYOUT_CHECK_HASH" val="f055ea08f9a066d78c4cdc9c8e1055bdd0b6de78"/>
  <p:tag name="KSO_WM_NEWLAYOUT_GROUP_ID" val="layout_10009"/>
  <p:tag name="KSO_WM_NEWLAYOUT_ID" val="slide_271e292e8ce0feb0"/>
</p:tagLst>
</file>

<file path=ppt/tags/tag23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d"/>
</p:tagLst>
</file>

<file path=ppt/tags/tag23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</p:tagLst>
</file>

<file path=ppt/tags/tag24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</p:tagLst>
</file>

<file path=ppt/tags/tag24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d"/>
</p:tagLst>
</file>

<file path=ppt/tags/tag24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</p:tagLst>
</file>

<file path=ppt/tags/tag24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</p:tagLst>
</file>

<file path=ppt/tags/tag24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d"/>
</p:tagLst>
</file>

<file path=ppt/tags/tag24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</p:tagLst>
</file>

<file path=ppt/tags/tag24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</p:tagLst>
</file>

<file path=ppt/tags/tag2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2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  <p:tag name="KSO_WM_UNIT_ISNUMDGMTITLE" val="0"/>
  <p:tag name="KSO_WM_UNIT_NOCLEAR" val="0"/>
  <p:tag name="KSO_WM_TEMPLATE_INDEX" val="40490157"/>
  <p:tag name="KSO_WM_TEMPLATE_CATEGORY" val="custom"/>
</p:tagLst>
</file>

<file path=ppt/tags/tag251.xml><?xml version="1.0" encoding="utf-8"?>
<p:tagLst xmlns:p="http://schemas.openxmlformats.org/presentationml/2006/main">
  <p:tag name="KSO_WM_UNIT_FILL_FORE_SCHEMECOLOR_INDEX_1_BRIGHTNESS" val="0"/>
  <p:tag name="KSO_WM_UNIT_FILL_FORE_SCHEMECOLOR_INDEX_1" val="14"/>
  <p:tag name="KSO_WM_UNIT_FILL_FORE_SCHEMECOLOR_INDEX_1_POS" val="0"/>
  <p:tag name="KSO_WM_UNIT_FILL_FORE_SCHEMECOLOR_INDEX_1_TRANS" val="0.72"/>
  <p:tag name="KSO_WM_UNIT_TEXT_FILL_FORE_SCHEMECOLOR_INDEX_BRIGHTNESS" val="0"/>
  <p:tag name="KSO_WM_UNIT_TEXT_FILL_FORE_SCHEMECOLOR_INDEX" val="2"/>
  <p:tag name="KSO_WM_UNIT_TEXT_FILL_TYPE" val="1"/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0*i*2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TEMPLATE_CATEGORY" val="custom"/>
  <p:tag name="KSO_WM_TEMPLATE_INDEX" val="40490157"/>
</p:tagLst>
</file>

<file path=ppt/tags/tag2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40490157"/>
  <p:tag name="KSO_WM_UNIT_ISNUMDGMTITLE" val="0"/>
</p:tagLst>
</file>

<file path=ppt/tags/tag2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  <p:tag name="KSO_WM_UNIT_ISNUMDGMTITLE" val="0"/>
  <p:tag name="KSO_WM_UNIT_NOCLEAR" val="0"/>
  <p:tag name="KSO_WM_TEMPLATE_INDEX" val="40490157"/>
  <p:tag name="KSO_WM_TEMPLATE_CATEGORY" val="custom"/>
</p:tagLst>
</file>

<file path=ppt/tags/tag257.xml><?xml version="1.0" encoding="utf-8"?>
<p:tagLst xmlns:p="http://schemas.openxmlformats.org/presentationml/2006/main">
  <p:tag name="KSO_WM_TEMPLATE_SUBCATEGORY" val="29"/>
  <p:tag name="KSO_WM_BEAUTIFY_FLAG" val="#wm#"/>
  <p:tag name="KSO_WM_TEMPLATE_SLIDE_ID" val="slide_4b787e1769c53a6b"/>
  <p:tag name="KSO_WM_TEMPLATE_THUMBS_INDEX" val="1、9"/>
  <p:tag name="KSO_WM_TEMPLATE_INDEX" val="40490157"/>
  <p:tag name="KSO_WM_TEMPLATE_CATEGORY" val="custom"/>
  <p:tag name="KSO_WM_TEMPLATE_MASTER_TYPE" val="0"/>
  <p:tag name="KSO_WM_TAG_VERSION" val="3.0"/>
</p:tagLst>
</file>

<file path=ppt/tags/tag258.xml><?xml version="1.0" encoding="utf-8"?>
<p:tagLst xmlns:p="http://schemas.openxmlformats.org/presentationml/2006/main">
  <p:tag name="KSO_WM_BEAUTIFY_FLAG" val="#wm#"/>
  <p:tag name="KSO_WM_UNIT_INDEX" val="1"/>
  <p:tag name="KSO_WM_UNIT_SUBTYPE" val="c"/>
  <p:tag name="KSO_WM_UNIT_TEXT_TYPE" val="1"/>
  <p:tag name="KSO_WM_UNIT_TYPE" val="f"/>
  <p:tag name="KSO_WM_UNIT_PRESET_TEXT" val="20XX YEAR"/>
  <p:tag name="KSO_WM_FIGMA_FLAG" val="#fgm#"/>
  <p:tag name="KSO_WM_UNIT_ID" val="_9*f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259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384d4343ec25d94a71128a05133fc66cad86a7af"/>
  <p:tag name="KSO_WM_NEWLAYOUT_ID" val="1212"/>
  <p:tag name="KSO_WM_UNIT_PRESET_TEXT" val="单击此处&#10;添加文档标题"/>
  <p:tag name="KSO_WM_FIGMA_FLAG" val="#fgm#"/>
  <p:tag name="KSO_WM_UNIT_ID" val="_9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260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title"/>
  <p:tag name="KSO_WM_TEMPLATE_SUBCATEGORY" val="29"/>
  <p:tag name="KSO_WM_BEAUTIFY_FLAG" val="#wm#"/>
  <p:tag name="KSO_WM_TEMPLATE_SLIDE_ID" val="slide_4b787e1769c53a6b"/>
  <p:tag name="KSO_WM_TEMPLATE_THUMBS_INDEX" val="1、9"/>
  <p:tag name="KSO_WM_TEMPLATE_INDEX" val="40490157"/>
  <p:tag name="KSO_WM_TEMPLATE_CATEGORY" val="custom"/>
  <p:tag name="KSO_WM_SLIDE_INDEX" val="1"/>
  <p:tag name="KSO_WM_SLIDE_ID" val="custom40490157_1"/>
  <p:tag name="KSO_WM_TEMPLATE_MASTER_TYPE" val="0"/>
  <p:tag name="KSO_WM_SLIDE_LAYOUT" val="a_f"/>
  <p:tag name="KSO_WM_SLIDE_LAYOUT_CNT" val="1_2"/>
  <p:tag name="KSO_WM_TAG_VERSION" val="3.0"/>
</p:tagLst>
</file>

<file path=ppt/tags/tag261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b"/>
</p:tagLst>
</file>

<file path=ppt/tags/tag262.xml><?xml version="1.0" encoding="utf-8"?>
<p:tagLst xmlns:p="http://schemas.openxmlformats.org/presentationml/2006/main">
  <p:tag name="KSO_WM_BEAUTIFY_FLAG" val="#fgm#"/>
  <p:tag name="KSO_WM_FIGMA_FLAG" val="#fgm#"/>
  <p:tag name="KSO_WM_UNIT_INDEX" val="1"/>
  <p:tag name="KSO_WM_UNIT_TEXT_TYPE" val="1"/>
  <p:tag name="KSO_WM_UNIT_TYPE" val="a"/>
  <p:tag name="KSO_WM_LAYOUT_CHECK_HASH" val="5ee2750534f0bcd871b09aa3a805b4d54d8dda8c"/>
  <p:tag name="KSO_WM_NEWLAYOUT_GROUP_ID" val="layout_1-5"/>
  <p:tag name="KSO_WM_NEWLAYOUT_ID" val="slide_61223ae7a7f7aefc"/>
</p:tagLst>
</file>

<file path=ppt/tags/tag26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SUBTYPE" val="d"/>
  <p:tag name="KSO_WM_UNIT_TYPE" val="l_h_i"/>
  <p:tag name="KSO_WM_UNIT_PRESET_TEXT" val="01"/>
  <p:tag name="KSO_WM_SLIDE_FIGMA_DIAGRAM" val="1"/>
</p:tagLst>
</file>

<file path=ppt/tags/tag264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2"/>
  <p:tag name="KSO_WM_UNIT_TYPE" val="l_h_i"/>
  <p:tag name="KSO_WM_UNIT_PRESET_TEXT" val=" "/>
  <p:tag name="KSO_WM_SLIDE_FIGMA_DIAGRAM" val="1"/>
</p:tagLst>
</file>

<file path=ppt/tags/tag265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单击此处添加项标题"/>
  <p:tag name="KSO_WM_SLIDE_FIGMA_DIAGRAM" val="1"/>
</p:tagLst>
</file>

<file path=ppt/tags/tag26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SUBTYPE" val="d"/>
  <p:tag name="KSO_WM_UNIT_TYPE" val="l_h_i"/>
  <p:tag name="KSO_WM_UNIT_PRESET_TEXT" val="02"/>
  <p:tag name="KSO_WM_SLIDE_FIGMA_DIAGRAM" val="1"/>
</p:tagLst>
</file>

<file path=ppt/tags/tag267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2"/>
  <p:tag name="KSO_WM_UNIT_TYPE" val="l_h_i"/>
  <p:tag name="KSO_WM_UNIT_PRESET_TEXT" val=" "/>
  <p:tag name="KSO_WM_SLIDE_FIGMA_DIAGRAM" val="1"/>
</p:tagLst>
</file>

<file path=ppt/tags/tag26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单击此处添加项标题"/>
  <p:tag name="KSO_WM_SLIDE_FIGMA_DIAGRAM" val="1"/>
</p:tagLst>
</file>

<file path=ppt/tags/tag269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SUBTYPE" val="d"/>
  <p:tag name="KSO_WM_UNIT_TYPE" val="l_h_i"/>
  <p:tag name="KSO_WM_UNIT_PRESET_TEXT" val="03"/>
  <p:tag name="KSO_WM_SLIDE_FIGMA_DIAGRAM" val="1"/>
</p:tagLst>
</file>

<file path=ppt/tags/tag270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2"/>
  <p:tag name="KSO_WM_UNIT_TYPE" val="l_h_i"/>
  <p:tag name="KSO_WM_UNIT_PRESET_TEXT" val=" "/>
  <p:tag name="KSO_WM_SLIDE_FIGMA_DIAGRAM" val="1"/>
</p:tagLst>
</file>

<file path=ppt/tags/tag27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单击此处添加项标题"/>
  <p:tag name="KSO_WM_SLIDE_FIGMA_DIAGRAM" val="1"/>
</p:tagLst>
</file>

<file path=ppt/tags/tag272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SUBTYPE" val="d"/>
  <p:tag name="KSO_WM_UNIT_TYPE" val="l_h_i"/>
  <p:tag name="KSO_WM_UNIT_PRESET_TEXT" val="04"/>
  <p:tag name="KSO_WM_SLIDE_FIGMA_DIAGRAM" val="1"/>
</p:tagLst>
</file>

<file path=ppt/tags/tag273.xml><?xml version="1.0" encoding="utf-8"?>
<p:tagLst xmlns:p="http://schemas.openxmlformats.org/presentationml/2006/main">
  <p:tag name="KSO_WM_FIGMA_DECORATION_INDEX" val="25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2"/>
  <p:tag name="KSO_WM_UNIT_TYPE" val="l_h_i"/>
  <p:tag name="KSO_WM_UNIT_PRESET_TEXT" val=" "/>
  <p:tag name="KSO_WM_SLIDE_FIGMA_DIAGRAM" val="1"/>
</p:tagLst>
</file>

<file path=ppt/tags/tag27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单击此处添加项标题"/>
  <p:tag name="KSO_WM_SLIDE_FIGMA_DIAGRAM" val="1"/>
</p:tagLst>
</file>

<file path=ppt/tags/tag275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contents"/>
  <p:tag name="KSO_WM_TEMPLATE_SUBCATEGORY" val="29"/>
  <p:tag name="KSO_WM_BEAUTIFY_FLAG" val="#wm#"/>
  <p:tag name="KSO_WM_TEMPLATE_FIGMA_ID" val="69796632965"/>
  <p:tag name="KSO_WM_TEMPLATE_SLIDE_ID" val="slide_61223ae7a7f7aefc"/>
</p:tagLst>
</file>

<file path=ppt/tags/tag276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a1b98257fabb0e4b37cec8bdc0592333a2cdbd17"/>
  <p:tag name="KSO_WM_NEWLAYOUT_ID" val="1218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277.xml><?xml version="1.0" encoding="utf-8"?>
<p:tagLst xmlns:p="http://schemas.openxmlformats.org/presentationml/2006/main">
  <p:tag name="KSO_WM_UNIT_PRESET_TEXT" val="PART ONE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278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d635315789958f2d"/>
  <p:tag name="KSO_WM_TEMPLATE_INDEX" val="40490157"/>
  <p:tag name="KSO_WM_TEMPLATE_CATEGORY" val="custom"/>
  <p:tag name="KSO_WM_SLIDE_INDEX" val="3"/>
  <p:tag name="KSO_WM_SLIDE_ID" val="custom40490157_7"/>
  <p:tag name="KSO_WM_TEMPLATE_MASTER_TYPE" val="0"/>
  <p:tag name="KSO_WM_SLIDE_LAYOUT" val="a_e"/>
  <p:tag name="KSO_WM_SLIDE_LAYOUT_CNT" val="1_1"/>
  <p:tag name="KSO_WM_TAG_VERSION" val="3.0"/>
</p:tagLst>
</file>

<file path=ppt/tags/tag279.xml><?xml version="1.0" encoding="utf-8"?>
<p:tagLst xmlns:p="http://schemas.openxmlformats.org/presentationml/2006/main">
  <p:tag name="KSO_WM_AILAYOUT_OPTION" val="0_1_1_0"/>
  <p:tag name="KSO_WM_CARDGOUR_SOURCE_FROM" val="aipagebeautify"/>
  <p:tag name="KSO_WM_CARDGROUP_FEATURE" val="1*3*12*1*0"/>
  <p:tag name="KSO_WM_CARDGROUP_ID" val="d3f6a091dbd3460b8d0fb5e953673fdd"/>
  <p:tag name="KSO_WM_CARDGROUP_STYLE_INFO" val="C1_sc_p2*standard*2"/>
  <p:tag name="KSO_WM_FIGMA_FLAG" val="#fgm#"/>
  <p:tag name="KSO_WM_NEWLAYOUT_GROUP_ID" val="40"/>
  <p:tag name="KSO_WM_NEWLAYOUT_ID" val="lay_fb6c34eba8e90fc6cc650bfd65bf5264ee39fe27"/>
  <p:tag name="KSO_WM_SLIDE_FIGMA_DIAGRAM" val="1"/>
  <p:tag name="KSO_WM_UNIT_INDEX" val="1_1_1"/>
  <p:tag name="KSO_WM_UNIT_PRESET_TEXT" val="请在此输入您的标题"/>
  <p:tag name="KSO_WM_UNIT_TYPE" val="l_h_a"/>
  <p:tag name="KSO_WM_CARDGROUP_LAYOUT_DATA" val="{&quot;cardRct&quot;:[8405.193700787402,971.8708661417321,3959,720.0000000000001],&quot;lytRct&quot;:[8405,971,3960,721],&quot;rct&quot;:[9605,971,2200,721],&quot;spRct&quot;:[1200,0,3399,720]}"/>
  <p:tag name="KSO_WM_CARDGROUP_REVERSE_POSITION" val="0"/>
</p:tagLst>
</file>

<file path=ppt/tags/tag280.xml><?xml version="1.0" encoding="utf-8"?>
<p:tagLst xmlns:p="http://schemas.openxmlformats.org/presentationml/2006/main">
  <p:tag name="KSO_WM_SLIDE_CONTENT_ORIENTATION" val=""/>
  <p:tag name="KSO_WM_SLIDE_HAS_MASK" val="0"/>
  <p:tag name="KSO_WM_SLIDE_ITEM_CNT" val="5"/>
  <p:tag name="KSO_WM_SLIDE_TYPE" val="text"/>
  <p:tag name="KSO_WM_TEMPLATE_SUBCATEGORY" val="29"/>
  <p:tag name="KSO_WM_BEAUTIFY_FLAG" val="#wm#"/>
  <p:tag name="KSO_WM_TEMPLATE_FIGMA_ID" val="69796632965"/>
  <p:tag name="KSO_WM_TEMPLATE_SLIDE_ID" val="slide_7a9549c9d8b9a95f"/>
</p:tagLst>
</file>

<file path=ppt/tags/tag281.xml><?xml version="1.0" encoding="utf-8"?>
<p:tagLst xmlns:p="http://schemas.openxmlformats.org/presentationml/2006/main">
  <p:tag name="KSO_WM_AILAYOUT_OPTION" val="0_1_1_0"/>
  <p:tag name="KSO_WM_CARDGOUR_SOURCE_FROM" val="aipagebeautify"/>
  <p:tag name="KSO_WM_CARDGROUP_FEATURE" val="1*3*12*1*0"/>
  <p:tag name="KSO_WM_CARDGROUP_ID" val="d3f6a091dbd3460b8d0fb5e953673fdd"/>
  <p:tag name="KSO_WM_CARDGROUP_STYLE_INFO" val="C1_sc_p2*standard*2"/>
  <p:tag name="KSO_WM_FIGMA_FLAG" val="#fgm#"/>
  <p:tag name="KSO_WM_NEWLAYOUT_GROUP_ID" val="40"/>
  <p:tag name="KSO_WM_NEWLAYOUT_ID" val="lay_fb6c34eba8e90fc6cc650bfd65bf5264ee39fe27"/>
  <p:tag name="KSO_WM_SLIDE_FIGMA_DIAGRAM" val="1"/>
  <p:tag name="KSO_WM_UNIT_INDEX" val="1_1_1"/>
  <p:tag name="KSO_WM_UNIT_PRESET_TEXT" val="请在此输入您的标题"/>
  <p:tag name="KSO_WM_UNIT_TYPE" val="l_h_a"/>
  <p:tag name="KSO_WM_CARDGROUP_LAYOUT_DATA" val="{&quot;cardRct&quot;:[8405.193700787402,971.8708661417321,3959,720.0000000000001],&quot;lytRct&quot;:[8405,971,3960,721],&quot;rct&quot;:[9605,971,2200,721],&quot;spRct&quot;:[1200,0,3399,720]}"/>
  <p:tag name="KSO_WM_CARDGROUP_REVERSE_POSITION" val="0"/>
</p:tagLst>
</file>

<file path=ppt/tags/tag282.xml><?xml version="1.0" encoding="utf-8"?>
<p:tagLst xmlns:p="http://schemas.openxmlformats.org/presentationml/2006/main">
  <p:tag name="KSO_WM_SLIDE_CONTENT_ORIENTATION" val=""/>
  <p:tag name="KSO_WM_SLIDE_HAS_MASK" val="0"/>
  <p:tag name="KSO_WM_SLIDE_ITEM_CNT" val="5"/>
  <p:tag name="KSO_WM_SLIDE_TYPE" val="text"/>
  <p:tag name="KSO_WM_TEMPLATE_SUBCATEGORY" val="29"/>
  <p:tag name="KSO_WM_BEAUTIFY_FLAG" val="#wm#"/>
  <p:tag name="KSO_WM_TEMPLATE_FIGMA_ID" val="69796632965"/>
  <p:tag name="KSO_WM_TEMPLATE_SLIDE_ID" val="slide_7a9549c9d8b9a95f"/>
</p:tagLst>
</file>

<file path=ppt/tags/tag283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a1b98257fabb0e4b37cec8bdc0592333a2cdbd17"/>
  <p:tag name="KSO_WM_NEWLAYOUT_ID" val="1218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284.xml><?xml version="1.0" encoding="utf-8"?>
<p:tagLst xmlns:p="http://schemas.openxmlformats.org/presentationml/2006/main">
  <p:tag name="KSO_WM_UNIT_PRESET_TEXT" val="PART ONE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285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d635315789958f2d"/>
  <p:tag name="KSO_WM_TEMPLATE_INDEX" val="40490157"/>
  <p:tag name="KSO_WM_TEMPLATE_CATEGORY" val="custom"/>
  <p:tag name="KSO_WM_SLIDE_INDEX" val="3"/>
  <p:tag name="KSO_WM_SLIDE_ID" val="custom40490157_7"/>
  <p:tag name="KSO_WM_TEMPLATE_MASTER_TYPE" val="0"/>
  <p:tag name="KSO_WM_SLIDE_LAYOUT" val="a_e"/>
  <p:tag name="KSO_WM_SLIDE_LAYOUT_CNT" val="1_1"/>
  <p:tag name="KSO_WM_TAG_VERSION" val="3.0"/>
</p:tagLst>
</file>

<file path=ppt/tags/tag286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1_1"/>
  <p:tag name="KSO_WM_UNIT_TYPE" val="l_h_i"/>
  <p:tag name="KSO_WM_UNIT_PRESET_TEXT" val=" "/>
</p:tagLst>
</file>

<file path=ppt/tags/tag28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a"/>
  <p:tag name="KSO_WM_UNIT_PRESET_TEXT" val="项标题"/>
</p:tagLst>
</file>

<file path=ppt/tags/tag288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1_1"/>
  <p:tag name="KSO_WM_UNIT_TYPE" val="l_h_f"/>
  <p:tag name="KSO_WM_UNIT_PRESET_TEXT" val="单击此处添加项正文"/>
</p:tagLst>
</file>

<file path=ppt/tags/tag289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2_1"/>
  <p:tag name="KSO_WM_UNIT_TYPE" val="l_h_i"/>
  <p:tag name="KSO_WM_UNIT_PRESET_TEXT" val=" "/>
</p:tagLst>
</file>

<file path=ppt/tags/tag290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a"/>
  <p:tag name="KSO_WM_UNIT_PRESET_TEXT" val="项标题"/>
</p:tagLst>
</file>

<file path=ppt/tags/tag291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2_1"/>
  <p:tag name="KSO_WM_UNIT_TYPE" val="l_h_f"/>
  <p:tag name="KSO_WM_UNIT_PRESET_TEXT" val="单击此处添加项正文"/>
</p:tagLst>
</file>

<file path=ppt/tags/tag292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3_1"/>
  <p:tag name="KSO_WM_UNIT_TYPE" val="l_h_i"/>
  <p:tag name="KSO_WM_UNIT_PRESET_TEXT" val=" "/>
</p:tagLst>
</file>

<file path=ppt/tags/tag293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a"/>
  <p:tag name="KSO_WM_UNIT_PRESET_TEXT" val="项标题"/>
</p:tagLst>
</file>

<file path=ppt/tags/tag294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3_1"/>
  <p:tag name="KSO_WM_UNIT_TYPE" val="l_h_f"/>
  <p:tag name="KSO_WM_UNIT_PRESET_TEXT" val="单击此处添加项正文"/>
</p:tagLst>
</file>

<file path=ppt/tags/tag295.xml><?xml version="1.0" encoding="utf-8"?>
<p:tagLst xmlns:p="http://schemas.openxmlformats.org/presentationml/2006/main">
  <p:tag name="KSO_WM_FIGMA_DECORATION_INDEX" val="19"/>
  <p:tag name="$PH_EXT" val="2"/>
  <p:tag name="KSO_WM_BEAUTIFY_FLAG" val="#fgm#"/>
  <p:tag name="KSO_WM_DIAGRAM_GROUP_CODE" val="1"/>
  <p:tag name="KSO_WM_FIGMA_FLAG" val="#fgm#"/>
  <p:tag name="KSO_WM_SYNC_SLIDE_TEXT" val="1"/>
  <p:tag name="KSO_WM_UNIT_INDEX" val="1_4_1"/>
  <p:tag name="KSO_WM_UNIT_TYPE" val="l_h_i"/>
  <p:tag name="KSO_WM_UNIT_PRESET_TEXT" val=" "/>
</p:tagLst>
</file>

<file path=ppt/tags/tag296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a"/>
  <p:tag name="KSO_WM_UNIT_PRESET_TEXT" val="项标题"/>
</p:tagLst>
</file>

<file path=ppt/tags/tag297.xml><?xml version="1.0" encoding="utf-8"?>
<p:tagLst xmlns:p="http://schemas.openxmlformats.org/presentationml/2006/main">
  <p:tag name="KSO_WM_BEAUTIFY_FLAG" val="#fgm#"/>
  <p:tag name="KSO_WM_DIAGRAM_GROUP_CODE" val="1"/>
  <p:tag name="KSO_WM_FIGMA_FLAG" val="#fgm#"/>
  <p:tag name="KSO_WM_UNIT_INDEX" val="1_4_1"/>
  <p:tag name="KSO_WM_UNIT_TYPE" val="l_h_f"/>
  <p:tag name="KSO_WM_UNIT_PRESET_TEXT" val="单击此处添加项正文"/>
</p:tagLst>
</file>

<file path=ppt/tags/tag298.xml><?xml version="1.0" encoding="utf-8"?>
<p:tagLst xmlns:p="http://schemas.openxmlformats.org/presentationml/2006/main">
  <p:tag name="KSO_DOCER_RESOURCE_TRACE_INFO" val="{&quot;id&quot;:&quot;&quot;,&quot;origin&quot;:0,&quot;type&quot;:&quot;icons&quot;,&quot;user&quot;:&quot;568782079&quot;}"/>
</p:tagLst>
</file>

<file path=ppt/tags/tag299.xml><?xml version="1.0" encoding="utf-8"?>
<p:tagLst xmlns:p="http://schemas.openxmlformats.org/presentationml/2006/main">
  <p:tag name="KSO_DOCER_RESOURCE_TRACE_INFO" val="{&quot;id&quot;:&quot;50015918&quot;,&quot;origin&quot;:0,&quot;type&quot;:&quot;icons&quot;,&quot;user&quot;:&quot;568782079&quot;}"/>
</p:tagLst>
</file>

<file path=ppt/tags/tag300.xml><?xml version="1.0" encoding="utf-8"?>
<p:tagLst xmlns:p="http://schemas.openxmlformats.org/presentationml/2006/main">
  <p:tag name="KSO_DOCER_RESOURCE_TRACE_INFO" val="{&quot;id&quot;:&quot;50040879&quot;,&quot;origin&quot;:0,&quot;type&quot;:&quot;icons&quot;,&quot;user&quot;:&quot;568782079&quot;}"/>
</p:tagLst>
</file>

<file path=ppt/tags/tag301.xml><?xml version="1.0" encoding="utf-8"?>
<p:tagLst xmlns:p="http://schemas.openxmlformats.org/presentationml/2006/main">
  <p:tag name="KSO_DOCER_RESOURCE_TRACE_INFO" val="{&quot;id&quot;:&quot;50021702&quot;,&quot;origin&quot;:0,&quot;type&quot;:&quot;icons&quot;,&quot;user&quot;:&quot;568782079&quot;}"/>
</p:tagLst>
</file>

<file path=ppt/tags/tag302.xml><?xml version="1.0" encoding="utf-8"?>
<p:tagLst xmlns:p="http://schemas.openxmlformats.org/presentationml/2006/main">
  <p:tag name="KSO_WM_AILAYOUT_OPTION" val="0_1_1_0"/>
  <p:tag name="KSO_WM_CARDGOUR_SOURCE_FROM" val="aipagebeautify"/>
  <p:tag name="KSO_WM_CARDGROUP_FEATURE" val="1*3*12*1*0"/>
  <p:tag name="KSO_WM_CARDGROUP_ID" val="d3f6a091dbd3460b8d0fb5e953673fdd"/>
  <p:tag name="KSO_WM_CARDGROUP_STYLE_INFO" val="C1_sc_p2*standard*2"/>
  <p:tag name="KSO_WM_FIGMA_FLAG" val="#fgm#"/>
  <p:tag name="KSO_WM_NEWLAYOUT_GROUP_ID" val="40"/>
  <p:tag name="KSO_WM_NEWLAYOUT_ID" val="lay_fb6c34eba8e90fc6cc650bfd65bf5264ee39fe27"/>
  <p:tag name="KSO_WM_SLIDE_FIGMA_DIAGRAM" val="1"/>
  <p:tag name="KSO_WM_UNIT_INDEX" val="1_1_1"/>
  <p:tag name="KSO_WM_UNIT_PRESET_TEXT" val="请在此输入您的标题"/>
  <p:tag name="KSO_WM_UNIT_TYPE" val="l_h_a"/>
  <p:tag name="KSO_WM_CARDGROUP_LAYOUT_DATA" val="{&quot;cardRct&quot;:[8405.193700787402,971.8708661417321,3959,720.0000000000001],&quot;lytRct&quot;:[8405,971,3960,721],&quot;rct&quot;:[9605,971,2200,721],&quot;spRct&quot;:[1200,0,3399,720]}"/>
  <p:tag name="KSO_WM_CARDGROUP_REVERSE_POSITION" val="0"/>
</p:tagLst>
</file>

<file path=ppt/tags/tag303.xml><?xml version="1.0" encoding="utf-8"?>
<p:tagLst xmlns:p="http://schemas.openxmlformats.org/presentationml/2006/main">
  <p:tag name="KSO_WM_SLIDE_CONTENT_ORIENTATION" val=""/>
  <p:tag name="KSO_WM_SLIDE_HAS_MASK" val="0"/>
  <p:tag name="KSO_WM_SLIDE_ITEM_CNT" val="4"/>
  <p:tag name="KSO_WM_SLIDE_TYPE" val="text"/>
  <p:tag name="KSO_WM_TEMPLATE_SUBCATEGORY" val="29"/>
  <p:tag name="KSO_WM_BEAUTIFY_FLAG" val="#wm#"/>
  <p:tag name="KSO_WM_TEMPLATE_FIGMA_ID" val="69796632965"/>
  <p:tag name="KSO_WM_TEMPLATE_SLIDE_ID" val="slide_9aff4a90289760fc"/>
  <p:tag name="resource_record_key" val="{&quot;10&quot;:[50015918,50040879,50021702],&quot;65&quot;:[40490157]}"/>
</p:tagLst>
</file>

<file path=ppt/tags/tag304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a1b98257fabb0e4b37cec8bdc0592333a2cdbd17"/>
  <p:tag name="KSO_WM_NEWLAYOUT_ID" val="1218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305.xml><?xml version="1.0" encoding="utf-8"?>
<p:tagLst xmlns:p="http://schemas.openxmlformats.org/presentationml/2006/main">
  <p:tag name="KSO_WM_UNIT_PRESET_TEXT" val="PART ONE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306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d635315789958f2d"/>
  <p:tag name="KSO_WM_TEMPLATE_INDEX" val="40490157"/>
  <p:tag name="KSO_WM_TEMPLATE_CATEGORY" val="custom"/>
  <p:tag name="KSO_WM_SLIDE_INDEX" val="3"/>
  <p:tag name="KSO_WM_SLIDE_ID" val="custom40490157_7"/>
  <p:tag name="KSO_WM_TEMPLATE_MASTER_TYPE" val="0"/>
  <p:tag name="KSO_WM_SLIDE_LAYOUT" val="a_e"/>
  <p:tag name="KSO_WM_SLIDE_LAYOUT_CNT" val="1_1"/>
  <p:tag name="KSO_WM_TAG_VERSION" val="3.0"/>
</p:tagLst>
</file>

<file path=ppt/tags/tag307.xml><?xml version="1.0" encoding="utf-8"?>
<p:tagLst xmlns:p="http://schemas.openxmlformats.org/presentationml/2006/main">
  <p:tag name="KSO_WM_DIAGRAM_VIRTUALLY_FRAME" val="{&quot;height&quot;:400.5,&quot;left&quot;:29.45,&quot;top&quot;:93.3,&quot;width&quot;:798.45}"/>
</p:tagLst>
</file>

<file path=ppt/tags/tag308.xml><?xml version="1.0" encoding="utf-8"?>
<p:tagLst xmlns:p="http://schemas.openxmlformats.org/presentationml/2006/main">
  <p:tag name="KSO_WM_DIAGRAM_VIRTUALLY_FRAME" val="{&quot;height&quot;:400.5,&quot;left&quot;:29.45,&quot;top&quot;:93.3,&quot;width&quot;:798.45}"/>
</p:tagLst>
</file>

<file path=ppt/tags/tag309.xml><?xml version="1.0" encoding="utf-8"?>
<p:tagLst xmlns:p="http://schemas.openxmlformats.org/presentationml/2006/main">
  <p:tag name="KSO_WM_DIAGRAM_VIRTUALLY_FRAME" val="{&quot;height&quot;:400.5,&quot;left&quot;:29.45,&quot;top&quot;:93.3,&quot;width&quot;:798.45}"/>
</p:tagLst>
</file>

<file path=ppt/tags/tag310.xml><?xml version="1.0" encoding="utf-8"?>
<p:tagLst xmlns:p="http://schemas.openxmlformats.org/presentationml/2006/main">
  <p:tag name="KSO_WM_DIAGRAM_VIRTUALLY_FRAME" val="{&quot;height&quot;:400.5,&quot;left&quot;:29.45,&quot;top&quot;:93.3,&quot;width&quot;:798.45}"/>
</p:tagLst>
</file>

<file path=ppt/tags/tag311.xml><?xml version="1.0" encoding="utf-8"?>
<p:tagLst xmlns:p="http://schemas.openxmlformats.org/presentationml/2006/main">
  <p:tag name="KSO_WM_DIAGRAM_VIRTUALLY_FRAME" val="{&quot;height&quot;:400.5,&quot;left&quot;:29.45,&quot;top&quot;:93.3,&quot;width&quot;:798.45}"/>
</p:tagLst>
</file>

<file path=ppt/tags/tag312.xml><?xml version="1.0" encoding="utf-8"?>
<p:tagLst xmlns:p="http://schemas.openxmlformats.org/presentationml/2006/main">
  <p:tag name="KSO_WM_DIAGRAM_VIRTUALLY_FRAME" val="{&quot;height&quot;:400.5,&quot;left&quot;:29.45,&quot;top&quot;:93.3,&quot;width&quot;:798.45}"/>
</p:tagLst>
</file>

<file path=ppt/tags/tag313.xml><?xml version="1.0" encoding="utf-8"?>
<p:tagLst xmlns:p="http://schemas.openxmlformats.org/presentationml/2006/main">
  <p:tag name="KSO_WM_DIAGRAM_VIRTUALLY_FRAME" val="{&quot;height&quot;:400.5,&quot;left&quot;:29.45,&quot;top&quot;:93.3,&quot;width&quot;:798.45}"/>
</p:tagLst>
</file>

<file path=ppt/tags/tag314.xml><?xml version="1.0" encoding="utf-8"?>
<p:tagLst xmlns:p="http://schemas.openxmlformats.org/presentationml/2006/main">
  <p:tag name="KSO_WM_DIAGRAM_VIRTUALLY_FRAME" val="{&quot;height&quot;:400.5,&quot;left&quot;:29.45,&quot;top&quot;:93.3,&quot;width&quot;:798.45}"/>
</p:tagLst>
</file>

<file path=ppt/tags/tag315.xml><?xml version="1.0" encoding="utf-8"?>
<p:tagLst xmlns:p="http://schemas.openxmlformats.org/presentationml/2006/main">
  <p:tag name="KSO_WM_DIAGRAM_VIRTUALLY_FRAME" val="{&quot;height&quot;:400.5,&quot;left&quot;:29.45,&quot;top&quot;:93.3,&quot;width&quot;:798.45}"/>
</p:tagLst>
</file>

<file path=ppt/tags/tag316.xml><?xml version="1.0" encoding="utf-8"?>
<p:tagLst xmlns:p="http://schemas.openxmlformats.org/presentationml/2006/main">
  <p:tag name="KSO_WM_DIAGRAM_VIRTUALLY_FRAME" val="{&quot;height&quot;:400.5,&quot;left&quot;:29.45,&quot;top&quot;:93.3,&quot;width&quot;:798.45}"/>
</p:tagLst>
</file>

<file path=ppt/tags/tag317.xml><?xml version="1.0" encoding="utf-8"?>
<p:tagLst xmlns:p="http://schemas.openxmlformats.org/presentationml/2006/main">
  <p:tag name="KSO_WM_DIAGRAM_VIRTUALLY_FRAME" val="{&quot;height&quot;:400.5,&quot;left&quot;:29.45,&quot;top&quot;:93.3,&quot;width&quot;:798.45}"/>
</p:tagLst>
</file>

<file path=ppt/tags/tag318.xml><?xml version="1.0" encoding="utf-8"?>
<p:tagLst xmlns:p="http://schemas.openxmlformats.org/presentationml/2006/main">
  <p:tag name="KSO_WM_DIAGRAM_VIRTUALLY_FRAME" val="{&quot;height&quot;:400.5,&quot;left&quot;:29.45,&quot;top&quot;:93.3,&quot;width&quot;:798.45}"/>
</p:tagLst>
</file>

<file path=ppt/tags/tag319.xml><?xml version="1.0" encoding="utf-8"?>
<p:tagLst xmlns:p="http://schemas.openxmlformats.org/presentationml/2006/main">
  <p:tag name="KSO_WM_DIAGRAM_VIRTUALLY_FRAME" val="{&quot;height&quot;:400.5,&quot;left&quot;:29.45,&quot;top&quot;:93.3,&quot;width&quot;:798.45}"/>
</p:tagLst>
</file>

<file path=ppt/tags/tag320.xml><?xml version="1.0" encoding="utf-8"?>
<p:tagLst xmlns:p="http://schemas.openxmlformats.org/presentationml/2006/main">
  <p:tag name="KSO_WM_AILAYOUT_OPTION" val="0_1_1_0"/>
  <p:tag name="KSO_WM_CARDGOUR_SOURCE_FROM" val="aipagebeautify"/>
  <p:tag name="KSO_WM_CARDGROUP_FEATURE" val="1*3*12*1*0"/>
  <p:tag name="KSO_WM_CARDGROUP_ID" val="d3f6a091dbd3460b8d0fb5e953673fdd"/>
  <p:tag name="KSO_WM_CARDGROUP_STYLE_INFO" val="C1_sc_p2*standard*2"/>
  <p:tag name="KSO_WM_FIGMA_FLAG" val="#fgm#"/>
  <p:tag name="KSO_WM_NEWLAYOUT_GROUP_ID" val="40"/>
  <p:tag name="KSO_WM_NEWLAYOUT_ID" val="lay_fb6c34eba8e90fc6cc650bfd65bf5264ee39fe27"/>
  <p:tag name="KSO_WM_SLIDE_FIGMA_DIAGRAM" val="1"/>
  <p:tag name="KSO_WM_UNIT_INDEX" val="1_1_1"/>
  <p:tag name="KSO_WM_UNIT_PRESET_TEXT" val="请在此输入您的标题"/>
  <p:tag name="KSO_WM_UNIT_TYPE" val="l_h_a"/>
  <p:tag name="KSO_WM_CARDGROUP_LAYOUT_DATA" val="{&quot;cardRct&quot;:[8405.193700787402,971.8708661417321,3959,720.0000000000001],&quot;lytRct&quot;:[8405,971,3960,721],&quot;rct&quot;:[9605,971,2200,721],&quot;spRct&quot;:[1200,0,3399,720]}"/>
  <p:tag name="KSO_WM_CARDGROUP_REVERSE_POSITION" val="0"/>
</p:tagLst>
</file>

<file path=ppt/tags/tag321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2965"/>
  <p:tag name="KSO_WM_TEMPLATE_SLIDE_ID" val="slide_a51f9d830a889bd4"/>
</p:tagLst>
</file>

<file path=ppt/tags/tag322.xml><?xml version="1.0" encoding="utf-8"?>
<p:tagLst xmlns:p="http://schemas.openxmlformats.org/presentationml/2006/main">
  <p:tag name="KSO_WM_DIAGRAM_VIRTUALLY_FRAME" val="{&quot;height&quot;:400.5,&quot;left&quot;:29.45,&quot;top&quot;:93.3,&quot;width&quot;:798.45}"/>
</p:tagLst>
</file>

<file path=ppt/tags/tag323.xml><?xml version="1.0" encoding="utf-8"?>
<p:tagLst xmlns:p="http://schemas.openxmlformats.org/presentationml/2006/main">
  <p:tag name="KSO_WM_DIAGRAM_VIRTUALLY_FRAME" val="{&quot;height&quot;:400.5,&quot;left&quot;:29.45,&quot;top&quot;:93.3,&quot;width&quot;:798.45}"/>
</p:tagLst>
</file>

<file path=ppt/tags/tag324.xml><?xml version="1.0" encoding="utf-8"?>
<p:tagLst xmlns:p="http://schemas.openxmlformats.org/presentationml/2006/main">
  <p:tag name="KSO_WM_DIAGRAM_VIRTUALLY_FRAME" val="{&quot;height&quot;:400.5,&quot;left&quot;:29.45,&quot;top&quot;:93.3,&quot;width&quot;:798.45}"/>
</p:tagLst>
</file>

<file path=ppt/tags/tag325.xml><?xml version="1.0" encoding="utf-8"?>
<p:tagLst xmlns:p="http://schemas.openxmlformats.org/presentationml/2006/main">
  <p:tag name="KSO_WM_DIAGRAM_VIRTUALLY_FRAME" val="{&quot;height&quot;:400.5,&quot;left&quot;:29.45,&quot;top&quot;:93.3,&quot;width&quot;:798.45}"/>
</p:tagLst>
</file>

<file path=ppt/tags/tag326.xml><?xml version="1.0" encoding="utf-8"?>
<p:tagLst xmlns:p="http://schemas.openxmlformats.org/presentationml/2006/main">
  <p:tag name="KSO_WM_DIAGRAM_VIRTUALLY_FRAME" val="{&quot;height&quot;:400.5,&quot;left&quot;:29.45,&quot;top&quot;:93.3,&quot;width&quot;:798.45}"/>
</p:tagLst>
</file>

<file path=ppt/tags/tag327.xml><?xml version="1.0" encoding="utf-8"?>
<p:tagLst xmlns:p="http://schemas.openxmlformats.org/presentationml/2006/main">
  <p:tag name="KSO_WM_DIAGRAM_VIRTUALLY_FRAME" val="{&quot;height&quot;:400.5,&quot;left&quot;:29.45,&quot;top&quot;:93.3,&quot;width&quot;:798.45}"/>
</p:tagLst>
</file>

<file path=ppt/tags/tag328.xml><?xml version="1.0" encoding="utf-8"?>
<p:tagLst xmlns:p="http://schemas.openxmlformats.org/presentationml/2006/main">
  <p:tag name="KSO_WM_DIAGRAM_VIRTUALLY_FRAME" val="{&quot;height&quot;:400.5,&quot;left&quot;:29.45,&quot;top&quot;:93.3,&quot;width&quot;:798.45}"/>
</p:tagLst>
</file>

<file path=ppt/tags/tag329.xml><?xml version="1.0" encoding="utf-8"?>
<p:tagLst xmlns:p="http://schemas.openxmlformats.org/presentationml/2006/main">
  <p:tag name="KSO_WM_DIAGRAM_VIRTUALLY_FRAME" val="{&quot;height&quot;:400.5,&quot;left&quot;:29.45,&quot;top&quot;:93.3,&quot;width&quot;:798.45}"/>
</p:tagLst>
</file>

<file path=ppt/tags/tag330.xml><?xml version="1.0" encoding="utf-8"?>
<p:tagLst xmlns:p="http://schemas.openxmlformats.org/presentationml/2006/main">
  <p:tag name="KSO_WM_DIAGRAM_VIRTUALLY_FRAME" val="{&quot;height&quot;:400.5,&quot;left&quot;:29.45,&quot;top&quot;:93.3,&quot;width&quot;:798.45}"/>
</p:tagLst>
</file>

<file path=ppt/tags/tag331.xml><?xml version="1.0" encoding="utf-8"?>
<p:tagLst xmlns:p="http://schemas.openxmlformats.org/presentationml/2006/main">
  <p:tag name="KSO_WM_DIAGRAM_VIRTUALLY_FRAME" val="{&quot;height&quot;:400.5,&quot;left&quot;:29.45,&quot;top&quot;:93.3,&quot;width&quot;:798.45}"/>
</p:tagLst>
</file>

<file path=ppt/tags/tag332.xml><?xml version="1.0" encoding="utf-8"?>
<p:tagLst xmlns:p="http://schemas.openxmlformats.org/presentationml/2006/main">
  <p:tag name="KSO_WM_DIAGRAM_VIRTUALLY_FRAME" val="{&quot;height&quot;:400.5,&quot;left&quot;:29.45,&quot;top&quot;:93.3,&quot;width&quot;:798.45}"/>
</p:tagLst>
</file>

<file path=ppt/tags/tag333.xml><?xml version="1.0" encoding="utf-8"?>
<p:tagLst xmlns:p="http://schemas.openxmlformats.org/presentationml/2006/main">
  <p:tag name="KSO_WM_DIAGRAM_VIRTUALLY_FRAME" val="{&quot;height&quot;:400.5,&quot;left&quot;:29.45,&quot;top&quot;:93.3,&quot;width&quot;:798.45}"/>
</p:tagLst>
</file>

<file path=ppt/tags/tag334.xml><?xml version="1.0" encoding="utf-8"?>
<p:tagLst xmlns:p="http://schemas.openxmlformats.org/presentationml/2006/main">
  <p:tag name="KSO_WM_DIAGRAM_VIRTUALLY_FRAME" val="{&quot;height&quot;:400.5,&quot;left&quot;:29.45,&quot;top&quot;:93.3,&quot;width&quot;:798.45}"/>
</p:tagLst>
</file>

<file path=ppt/tags/tag335.xml><?xml version="1.0" encoding="utf-8"?>
<p:tagLst xmlns:p="http://schemas.openxmlformats.org/presentationml/2006/main">
  <p:tag name="KSO_WM_DIAGRAM_VIRTUALLY_FRAME" val="{&quot;height&quot;:400.5,&quot;left&quot;:29.45,&quot;top&quot;:93.3,&quot;width&quot;:798.45}"/>
</p:tagLst>
</file>

<file path=ppt/tags/tag336.xml><?xml version="1.0" encoding="utf-8"?>
<p:tagLst xmlns:p="http://schemas.openxmlformats.org/presentationml/2006/main">
  <p:tag name="KSO_WM_DIAGRAM_VIRTUALLY_FRAME" val="{&quot;height&quot;:400.5,&quot;left&quot;:29.45,&quot;top&quot;:93.3,&quot;width&quot;:798.45}"/>
</p:tagLst>
</file>

<file path=ppt/tags/tag337.xml><?xml version="1.0" encoding="utf-8"?>
<p:tagLst xmlns:p="http://schemas.openxmlformats.org/presentationml/2006/main">
  <p:tag name="KSO_WM_DIAGRAM_VIRTUALLY_FRAME" val="{&quot;height&quot;:400.5,&quot;left&quot;:29.45,&quot;top&quot;:93.3,&quot;width&quot;:798.45}"/>
</p:tagLst>
</file>

<file path=ppt/tags/tag338.xml><?xml version="1.0" encoding="utf-8"?>
<p:tagLst xmlns:p="http://schemas.openxmlformats.org/presentationml/2006/main">
  <p:tag name="KSO_WM_DIAGRAM_VIRTUALLY_FRAME" val="{&quot;height&quot;:400.5,&quot;left&quot;:29.45,&quot;top&quot;:93.3,&quot;width&quot;:798.45}"/>
</p:tagLst>
</file>

<file path=ppt/tags/tag339.xml><?xml version="1.0" encoding="utf-8"?>
<p:tagLst xmlns:p="http://schemas.openxmlformats.org/presentationml/2006/main">
  <p:tag name="KSO_WM_DIAGRAM_VIRTUALLY_FRAME" val="{&quot;height&quot;:400.5,&quot;left&quot;:29.45,&quot;top&quot;:93.3,&quot;width&quot;:798.45}"/>
</p:tagLst>
</file>

<file path=ppt/tags/tag340.xml><?xml version="1.0" encoding="utf-8"?>
<p:tagLst xmlns:p="http://schemas.openxmlformats.org/presentationml/2006/main">
  <p:tag name="KSO_WM_DIAGRAM_VIRTUALLY_FRAME" val="{&quot;height&quot;:400.5,&quot;left&quot;:29.45,&quot;top&quot;:93.3,&quot;width&quot;:798.45}"/>
</p:tagLst>
</file>

<file path=ppt/tags/tag341.xml><?xml version="1.0" encoding="utf-8"?>
<p:tagLst xmlns:p="http://schemas.openxmlformats.org/presentationml/2006/main">
  <p:tag name="KSO_WM_DIAGRAM_VIRTUALLY_FRAME" val="{&quot;height&quot;:400.5,&quot;left&quot;:29.45,&quot;top&quot;:93.3,&quot;width&quot;:798.45}"/>
</p:tagLst>
</file>

<file path=ppt/tags/tag342.xml><?xml version="1.0" encoding="utf-8"?>
<p:tagLst xmlns:p="http://schemas.openxmlformats.org/presentationml/2006/main">
  <p:tag name="KSO_WM_DIAGRAM_VIRTUALLY_FRAME" val="{&quot;height&quot;:400.5,&quot;left&quot;:29.45,&quot;top&quot;:93.3,&quot;width&quot;:798.45}"/>
</p:tagLst>
</file>

<file path=ppt/tags/tag343.xml><?xml version="1.0" encoding="utf-8"?>
<p:tagLst xmlns:p="http://schemas.openxmlformats.org/presentationml/2006/main">
  <p:tag name="KSO_WM_DIAGRAM_VIRTUALLY_FRAME" val="{&quot;height&quot;:400.5,&quot;left&quot;:29.45,&quot;top&quot;:93.3,&quot;width&quot;:798.45}"/>
</p:tagLst>
</file>

<file path=ppt/tags/tag344.xml><?xml version="1.0" encoding="utf-8"?>
<p:tagLst xmlns:p="http://schemas.openxmlformats.org/presentationml/2006/main">
  <p:tag name="KSO_WM_DIAGRAM_VIRTUALLY_FRAME" val="{&quot;height&quot;:400.5,&quot;left&quot;:29.45,&quot;top&quot;:93.3,&quot;width&quot;:798.45}"/>
</p:tagLst>
</file>

<file path=ppt/tags/tag345.xml><?xml version="1.0" encoding="utf-8"?>
<p:tagLst xmlns:p="http://schemas.openxmlformats.org/presentationml/2006/main">
  <p:tag name="KSO_WM_DIAGRAM_VIRTUALLY_FRAME" val="{&quot;height&quot;:400.5,&quot;left&quot;:29.45,&quot;top&quot;:93.3,&quot;width&quot;:798.45}"/>
</p:tagLst>
</file>

<file path=ppt/tags/tag346.xml><?xml version="1.0" encoding="utf-8"?>
<p:tagLst xmlns:p="http://schemas.openxmlformats.org/presentationml/2006/main">
  <p:tag name="KSO_WM_DIAGRAM_VIRTUALLY_FRAME" val="{&quot;height&quot;:400.5,&quot;left&quot;:29.45,&quot;top&quot;:93.3,&quot;width&quot;:798.45}"/>
</p:tagLst>
</file>

<file path=ppt/tags/tag347.xml><?xml version="1.0" encoding="utf-8"?>
<p:tagLst xmlns:p="http://schemas.openxmlformats.org/presentationml/2006/main">
  <p:tag name="KSO_WM_AILAYOUT_OPTION" val="0_1_1_0"/>
  <p:tag name="KSO_WM_CARDGOUR_SOURCE_FROM" val="aipagebeautify"/>
  <p:tag name="KSO_WM_CARDGROUP_FEATURE" val="1*3*12*1*0"/>
  <p:tag name="KSO_WM_CARDGROUP_ID" val="d3f6a091dbd3460b8d0fb5e953673fdd"/>
  <p:tag name="KSO_WM_CARDGROUP_STYLE_INFO" val="C1_sc_p2*standard*2"/>
  <p:tag name="KSO_WM_FIGMA_FLAG" val="#fgm#"/>
  <p:tag name="KSO_WM_NEWLAYOUT_GROUP_ID" val="40"/>
  <p:tag name="KSO_WM_NEWLAYOUT_ID" val="lay_fb6c34eba8e90fc6cc650bfd65bf5264ee39fe27"/>
  <p:tag name="KSO_WM_SLIDE_FIGMA_DIAGRAM" val="1"/>
  <p:tag name="KSO_WM_UNIT_INDEX" val="1_1_1"/>
  <p:tag name="KSO_WM_UNIT_PRESET_TEXT" val="请在此输入您的标题"/>
  <p:tag name="KSO_WM_UNIT_TYPE" val="l_h_a"/>
  <p:tag name="KSO_WM_CARDGROUP_LAYOUT_DATA" val="{&quot;cardRct&quot;:[8405.193700787402,971.8708661417321,3959,720.0000000000001],&quot;lytRct&quot;:[8405,971,3960,721],&quot;rct&quot;:[9605,971,2200,721],&quot;spRct&quot;:[1200,0,3399,720]}"/>
  <p:tag name="KSO_WM_CARDGROUP_REVERSE_POSITION" val="0"/>
</p:tagLst>
</file>

<file path=ppt/tags/tag348.xml><?xml version="1.0" encoding="utf-8"?>
<p:tagLst xmlns:p="http://schemas.openxmlformats.org/presentationml/2006/main">
  <p:tag name="KSO_WM_DIAGRAM_VIRTUALLY_FRAME" val="{&quot;height&quot;:400.5,&quot;left&quot;:29.45,&quot;top&quot;:93.3,&quot;width&quot;:798.45}"/>
</p:tagLst>
</file>

<file path=ppt/tags/tag349.xml><?xml version="1.0" encoding="utf-8"?>
<p:tagLst xmlns:p="http://schemas.openxmlformats.org/presentationml/2006/main">
  <p:tag name="KSO_WM_SLIDE_CONTENT_ORIENTATION" val=""/>
  <p:tag name="KSO_WM_SLIDE_HAS_MASK" val="0"/>
  <p:tag name="KSO_WM_SLIDE_ITEM_CNT" val="3"/>
  <p:tag name="KSO_WM_SLIDE_TYPE" val="text"/>
  <p:tag name="KSO_WM_TEMPLATE_SUBCATEGORY" val="29"/>
  <p:tag name="KSO_WM_BEAUTIFY_FLAG" val="#wm#"/>
  <p:tag name="KSO_WM_TEMPLATE_FIGMA_ID" val="69796632965"/>
  <p:tag name="KSO_WM_TEMPLATE_SLIDE_ID" val="slide_a51f9d830a889bd4"/>
</p:tagLst>
</file>

<file path=ppt/tags/tag350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a1b98257fabb0e4b37cec8bdc0592333a2cdbd17"/>
  <p:tag name="KSO_WM_NEWLAYOUT_ID" val="1218"/>
  <p:tag name="KSO_WM_UNIT_PRESET_TEXT" val="单击此处添加章节标题"/>
  <p:tag name="KSO_WM_FIGMA_FLAG" val="#fgm#"/>
  <p:tag name="KSO_WM_UNIT_ID" val="_10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351.xml><?xml version="1.0" encoding="utf-8"?>
<p:tagLst xmlns:p="http://schemas.openxmlformats.org/presentationml/2006/main">
  <p:tag name="KSO_WM_UNIT_PRESET_TEXT" val="PART ONE"/>
  <p:tag name="KSO_WM_BEAUTIFY_FLAG" val="#wm#"/>
  <p:tag name="KSO_WM_UNIT_INDEX" val="1"/>
  <p:tag name="KSO_WM_UNIT_TYPE" val="e"/>
  <p:tag name="KSO_WM_FIGMA_FLAG" val="#fgm#"/>
  <p:tag name="KSO_WM_UNIT_ID" val="_10*e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352.xml><?xml version="1.0" encoding="utf-8"?>
<p:tagLst xmlns:p="http://schemas.openxmlformats.org/presentationml/2006/main">
  <p:tag name="KSO_WM_SLIDE_CONTENT_ORIENTATION" val="right"/>
  <p:tag name="KSO_WM_SLIDE_HAS_MASK" val="0"/>
  <p:tag name="KSO_WM_SLIDE_ITEM_CNT" val="0"/>
  <p:tag name="KSO_WM_SLIDE_TYPE" val="sectionTitle"/>
  <p:tag name="KSO_WM_TEMPLATE_SUBCATEGORY" val="29"/>
  <p:tag name="KSO_WM_BEAUTIFY_FLAG" val="#wm#"/>
  <p:tag name="KSO_WM_TEMPLATE_SLIDE_ID" val="slide_d635315789958f2d"/>
  <p:tag name="KSO_WM_TEMPLATE_INDEX" val="40490157"/>
  <p:tag name="KSO_WM_TEMPLATE_CATEGORY" val="custom"/>
  <p:tag name="KSO_WM_SLIDE_INDEX" val="3"/>
  <p:tag name="KSO_WM_SLIDE_ID" val="custom40490157_7"/>
  <p:tag name="KSO_WM_TEMPLATE_MASTER_TYPE" val="0"/>
  <p:tag name="KSO_WM_SLIDE_LAYOUT" val="a_e"/>
  <p:tag name="KSO_WM_SLIDE_LAYOUT_CNT" val="1_1"/>
  <p:tag name="KSO_WM_TAG_VERSION" val="3.0"/>
</p:tagLst>
</file>

<file path=ppt/tags/tag3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24_2*l_i*1_1"/>
  <p:tag name="KSO_WM_TEMPLATE_CATEGORY" val="diagram"/>
  <p:tag name="KSO_WM_TEMPLATE_INDEX" val="20235224"/>
  <p:tag name="KSO_WM_UNIT_LAYERLEVEL" val="1_1"/>
  <p:tag name="KSO_WM_TAG_VERSION" val="3.0"/>
  <p:tag name="KSO_WM_BEAUTIFY_FLAG" val="#wm#"/>
  <p:tag name="KSO_WM_UNIT_TYPE" val="l_i"/>
  <p:tag name="KSO_WM_UNIT_INDEX" val="1_1"/>
  <p:tag name="KSO_WM_DIAGRAM_VERSION" val="3"/>
  <p:tag name="KSO_WM_DIAGRAM_COLOR_TRICK" val="1"/>
  <p:tag name="KSO_WM_DIAGRAM_COLOR_TEXT_CAN_REMOVE" val="n"/>
  <p:tag name="KSO_WM_DIAGRAM_GROUP_CODE" val="l1-1"/>
  <p:tag name="KSO_WM_UNIT_FILL_TYPE" val="3"/>
  <p:tag name="KSO_WM_DIAGRAM_MAX_ITEMCNT" val="10"/>
  <p:tag name="KSO_WM_DIAGRAM_MIN_ITEMCNT" val="6"/>
  <p:tag name="KSO_WM_DIAGRAM_VIRTUALLY_FRAME" val="{&quot;height&quot;:380.6250424218366,&quot;left&quot;:1.1,&quot;top&quot;:66.89999694824219,&quot;width&quot;:960}"/>
  <p:tag name="KSO_WM_DIAGRAM_COLOR_MATCH_VALUE" val="{&quot;shape&quot;:{&quot;fill&quot;:{&quot;gradient&quot;:[{&quot;brightness&quot;:0,&quot;colorType&quot;:1,&quot;foreColorIndex&quot;:5,&quot;pos&quot;:0.07999999821186066,&quot;transparency&quot;:0.33000001311302185},{&quot;brightness&quot;:0,&quot;colorType&quot;:1,&quot;foreColorIndex&quot;:5,&quot;pos&quot;:1,&quot;transparency&quot;: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5,5,5,5,5]}"/>
</p:tagLst>
</file>

<file path=ppt/tags/tag3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24_2*l_i*1_2"/>
  <p:tag name="KSO_WM_TEMPLATE_CATEGORY" val="diagram"/>
  <p:tag name="KSO_WM_TEMPLATE_INDEX" val="20235224"/>
  <p:tag name="KSO_WM_UNIT_LAYERLEVEL" val="1_1"/>
  <p:tag name="KSO_WM_TAG_VERSION" val="3.0"/>
  <p:tag name="KSO_WM_BEAUTIFY_FLAG" val="#wm#"/>
  <p:tag name="KSO_WM_UNIT_TYPE" val="l_i"/>
  <p:tag name="KSO_WM_UNIT_INDEX" val="1_2"/>
  <p:tag name="KSO_WM_DIAGRAM_VERSION" val="3"/>
  <p:tag name="KSO_WM_DIAGRAM_COLOR_TRICK" val="1"/>
  <p:tag name="KSO_WM_DIAGRAM_COLOR_TEXT_CAN_REMOVE" val="n"/>
  <p:tag name="KSO_WM_DIAGRAM_GROUP_CODE" val="l1-1"/>
  <p:tag name="KSO_WM_UNIT_FILL_TYPE" val="3"/>
  <p:tag name="KSO_WM_DIAGRAM_MAX_ITEMCNT" val="10"/>
  <p:tag name="KSO_WM_DIAGRAM_MIN_ITEMCNT" val="6"/>
  <p:tag name="KSO_WM_DIAGRAM_VIRTUALLY_FRAME" val="{&quot;height&quot;:380.6250424218366,&quot;left&quot;:1.1,&quot;top&quot;:66.89999694824219,&quot;width&quot;:960}"/>
  <p:tag name="KSO_WM_DIAGRAM_COLOR_MATCH_VALUE" val="{&quot;shape&quot;:{&quot;fill&quot;:{&quot;gradient&quot;:[{&quot;brightness&quot;:0.4000000059604645,&quot;colorType&quot;:1,&quot;foreColorIndex&quot;:5,&quot;pos&quot;:0.07999999821186066,&quot;transparency&quot;:0.44999998807907104},{&quot;brightness&quot;:0,&quot;colorType&quot;:1,&quot;foreColorIndex&quot;:5,&quot;pos&quot;:1,&quot;transparency&quot;: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5,5,5,5,5]}"/>
</p:tagLst>
</file>

<file path=ppt/tags/tag3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24_2*l_i*1_3"/>
  <p:tag name="KSO_WM_TEMPLATE_CATEGORY" val="diagram"/>
  <p:tag name="KSO_WM_TEMPLATE_INDEX" val="20235224"/>
  <p:tag name="KSO_WM_UNIT_LAYERLEVEL" val="1_1"/>
  <p:tag name="KSO_WM_TAG_VERSION" val="3.0"/>
  <p:tag name="KSO_WM_BEAUTIFY_FLAG" val="#wm#"/>
  <p:tag name="KSO_WM_UNIT_TYPE" val="l_i"/>
  <p:tag name="KSO_WM_UNIT_INDEX" val="1_3"/>
  <p:tag name="KSO_WM_DIAGRAM_VERSION" val="3"/>
  <p:tag name="KSO_WM_DIAGRAM_COLOR_TRICK" val="1"/>
  <p:tag name="KSO_WM_DIAGRAM_COLOR_TEXT_CAN_REMOVE" val="n"/>
  <p:tag name="KSO_WM_DIAGRAM_GROUP_CODE" val="l1-1"/>
  <p:tag name="KSO_WM_UNIT_FILL_TYPE" val="3"/>
  <p:tag name="KSO_WM_DIAGRAM_MAX_ITEMCNT" val="10"/>
  <p:tag name="KSO_WM_DIAGRAM_MIN_ITEMCNT" val="6"/>
  <p:tag name="KSO_WM_DIAGRAM_VIRTUALLY_FRAME" val="{&quot;height&quot;:380.6250424218366,&quot;left&quot;:1.1,&quot;top&quot;:66.89999694824219,&quot;width&quot;:960}"/>
  <p:tag name="KSO_WM_DIAGRAM_COLOR_MATCH_VALUE" val="{&quot;shape&quot;:{&quot;fill&quot;:{&quot;gradient&quot;:[{&quot;brightness&quot;:0.800000011920929,&quot;colorType&quot;:1,&quot;foreColorIndex&quot;:5,&quot;pos&quot;:0,&quot;transparency&quot;:0.949999988079071},{&quot;brightness&quot;:0,&quot;colorType&quot;:1,&quot;foreColorIndex&quot;:5,&quot;pos&quot;:1,&quot;transparency&quot;:0.899999976158142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,&quot;colorType&quot;:1,&quot;foreColorIndex&quot;:2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5,5,5,5,5]}"/>
</p:tagLst>
</file>

<file path=ppt/tags/tag3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24_2*l_h_i*1_6_2"/>
  <p:tag name="KSO_WM_TEMPLATE_CATEGORY" val="diagram"/>
  <p:tag name="KSO_WM_TEMPLATE_INDEX" val="20235224"/>
  <p:tag name="KSO_WM_UNIT_LAYERLEVEL" val="1_1_1"/>
  <p:tag name="KSO_WM_TAG_VERSION" val="3.0"/>
  <p:tag name="KSO_WM_BEAUTIFY_FLAG" val="#wm#"/>
  <p:tag name="KSO_WM_UNIT_TYPE" val="l_h_i"/>
  <p:tag name="KSO_WM_UNIT_INDEX" val="1_6_2"/>
  <p:tag name="KSO_WM_DIAGRAM_VERSION" val="3"/>
  <p:tag name="KSO_WM_DIAGRAM_COLOR_TRICK" val="1"/>
  <p:tag name="KSO_WM_DIAGRAM_COLOR_TEXT_CAN_REMOVE" val="n"/>
  <p:tag name="KSO_WM_DIAGRAM_GROUP_CODE" val="l1-1"/>
  <p:tag name="KSO_WM_DIAGRAM_MAX_ITEMCNT" val="10"/>
  <p:tag name="KSO_WM_DIAGRAM_MIN_ITEMCNT" val="6"/>
  <p:tag name="KSO_WM_DIAGRAM_VIRTUALLY_FRAME" val="{&quot;height&quot;:380.6250424218366,&quot;left&quot;:1.1,&quot;top&quot;:66.89999694824219,&quot;width&quot;:960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5,5,5,5,5]}"/>
</p:tagLst>
</file>

<file path=ppt/tags/tag3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24_2*l_h_i*1_1_2"/>
  <p:tag name="KSO_WM_TEMPLATE_CATEGORY" val="diagram"/>
  <p:tag name="KSO_WM_TEMPLATE_INDEX" val="20235224"/>
  <p:tag name="KSO_WM_UNIT_LAYERLEVEL" val="1_1_1"/>
  <p:tag name="KSO_WM_TAG_VERSION" val="3.0"/>
  <p:tag name="KSO_WM_BEAUTIFY_FLAG" val="#wm#"/>
  <p:tag name="KSO_WM_UNIT_TYPE" val="l_h_i"/>
  <p:tag name="KSO_WM_UNIT_INDEX" val="1_1_2"/>
  <p:tag name="KSO_WM_DIAGRAM_VERSION" val="3"/>
  <p:tag name="KSO_WM_DIAGRAM_COLOR_TRICK" val="1"/>
  <p:tag name="KSO_WM_DIAGRAM_COLOR_TEXT_CAN_REMOVE" val="n"/>
  <p:tag name="KSO_WM_DIAGRAM_GROUP_CODE" val="l1-1"/>
  <p:tag name="KSO_WM_DIAGRAM_MAX_ITEMCNT" val="10"/>
  <p:tag name="KSO_WM_DIAGRAM_MIN_ITEMCNT" val="6"/>
  <p:tag name="KSO_WM_DIAGRAM_VIRTUALLY_FRAME" val="{&quot;height&quot;:380.6250424218366,&quot;left&quot;:1.1,&quot;top&quot;:66.89999694824219,&quot;width&quot;:960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5,5,5,5,5]}"/>
</p:tagLst>
</file>

<file path=ppt/tags/tag3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24_2*l_h_i*1_3_2"/>
  <p:tag name="KSO_WM_TEMPLATE_CATEGORY" val="diagram"/>
  <p:tag name="KSO_WM_TEMPLATE_INDEX" val="20235224"/>
  <p:tag name="KSO_WM_UNIT_LAYERLEVEL" val="1_1_1"/>
  <p:tag name="KSO_WM_TAG_VERSION" val="3.0"/>
  <p:tag name="KSO_WM_BEAUTIFY_FLAG" val="#wm#"/>
  <p:tag name="KSO_WM_UNIT_TYPE" val="l_h_i"/>
  <p:tag name="KSO_WM_UNIT_INDEX" val="1_3_2"/>
  <p:tag name="KSO_WM_DIAGRAM_VERSION" val="3"/>
  <p:tag name="KSO_WM_DIAGRAM_COLOR_TRICK" val="1"/>
  <p:tag name="KSO_WM_DIAGRAM_COLOR_TEXT_CAN_REMOVE" val="n"/>
  <p:tag name="KSO_WM_DIAGRAM_GROUP_CODE" val="l1-1"/>
  <p:tag name="KSO_WM_DIAGRAM_MAX_ITEMCNT" val="10"/>
  <p:tag name="KSO_WM_DIAGRAM_MIN_ITEMCNT" val="6"/>
  <p:tag name="KSO_WM_DIAGRAM_VIRTUALLY_FRAME" val="{&quot;height&quot;:380.6250424218366,&quot;left&quot;:1.1,&quot;top&quot;:66.89999694824219,&quot;width&quot;:960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5,5,5,5,5]}"/>
</p:tagLst>
</file>

<file path=ppt/tags/tag3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24_2*l_h_i*1_5_2"/>
  <p:tag name="KSO_WM_TEMPLATE_CATEGORY" val="diagram"/>
  <p:tag name="KSO_WM_TEMPLATE_INDEX" val="20235224"/>
  <p:tag name="KSO_WM_UNIT_LAYERLEVEL" val="1_1_1"/>
  <p:tag name="KSO_WM_TAG_VERSION" val="3.0"/>
  <p:tag name="KSO_WM_BEAUTIFY_FLAG" val="#wm#"/>
  <p:tag name="KSO_WM_UNIT_TYPE" val="l_h_i"/>
  <p:tag name="KSO_WM_UNIT_INDEX" val="1_5_2"/>
  <p:tag name="KSO_WM_DIAGRAM_VERSION" val="3"/>
  <p:tag name="KSO_WM_DIAGRAM_COLOR_TRICK" val="1"/>
  <p:tag name="KSO_WM_DIAGRAM_COLOR_TEXT_CAN_REMOVE" val="n"/>
  <p:tag name="KSO_WM_DIAGRAM_GROUP_CODE" val="l1-1"/>
  <p:tag name="KSO_WM_DIAGRAM_MAX_ITEMCNT" val="10"/>
  <p:tag name="KSO_WM_DIAGRAM_MIN_ITEMCNT" val="6"/>
  <p:tag name="KSO_WM_DIAGRAM_VIRTUALLY_FRAME" val="{&quot;height&quot;:380.6250424218366,&quot;left&quot;:1.1,&quot;top&quot;:66.89999694824219,&quot;width&quot;:960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5,5,5,5,5]}"/>
</p:tagLst>
</file>

<file path=ppt/tags/tag3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24_2*l_h_i*1_1_1"/>
  <p:tag name="KSO_WM_TEMPLATE_CATEGORY" val="diagram"/>
  <p:tag name="KSO_WM_TEMPLATE_INDEX" val="20235224"/>
  <p:tag name="KSO_WM_UNIT_LAYERLEVEL" val="1_1_1"/>
  <p:tag name="KSO_WM_TAG_VERSION" val="3.0"/>
  <p:tag name="KSO_WM_UNIT_SUBTYPE" val="d"/>
  <p:tag name="KSO_WM_UNIT_TEXT_LAYER_COUNT" val="1"/>
  <p:tag name="KSO_WM_UNIT_NOCLEAR" val="0"/>
  <p:tag name="KSO_WM_UNIT_TYPE" val="l_h_i"/>
  <p:tag name="KSO_WM_UNIT_INDEX" val="1_1_1"/>
  <p:tag name="KSO_WM_DIAGRAM_VERSION" val="3"/>
  <p:tag name="KSO_WM_DIAGRAM_COLOR_TRICK" val="1"/>
  <p:tag name="KSO_WM_DIAGRAM_COLOR_TEXT_CAN_REMOVE" val="n"/>
  <p:tag name="KSO_WM_UNIT_TEXT_TYPE" val="1"/>
  <p:tag name="KSO_WM_DIAGRAM_MAX_ITEMCNT" val="10"/>
  <p:tag name="KSO_WM_DIAGRAM_MIN_ITEMCNT" val="6"/>
  <p:tag name="KSO_WM_DIAGRAM_VIRTUALLY_FRAME" val="{&quot;height&quot;:380.6250424218366,&quot;left&quot;:1.1,&quot;top&quot;:66.89999694824219,&quot;width&quot;:96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.540000021457672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GROUP_CODE" val="l1-1"/>
  <p:tag name="KSO_WM_UNIT_TEXT_FILL_FORE_SCHEMECOLOR_INDEX" val="3"/>
  <p:tag name="KSO_WM_UNIT_TEXT_FILL_TYPE" val="3"/>
  <p:tag name="KSO_WM_DIAGRAM_USE_COLOR_VALUE" val="{&quot;color_scheme&quot;:1,&quot;color_type&quot;:1,&quot;theme_color_indexes&quot;:[5,5,5,5,5,5]}"/>
</p:tagLst>
</file>

<file path=ppt/tags/tag3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24_2*l_h_i*1_3_1"/>
  <p:tag name="KSO_WM_TEMPLATE_CATEGORY" val="diagram"/>
  <p:tag name="KSO_WM_TEMPLATE_INDEX" val="20235224"/>
  <p:tag name="KSO_WM_UNIT_LAYERLEVEL" val="1_1_1"/>
  <p:tag name="KSO_WM_TAG_VERSION" val="3.0"/>
  <p:tag name="KSO_WM_UNIT_SUBTYPE" val="d"/>
  <p:tag name="KSO_WM_UNIT_TEXT_LAYER_COUNT" val="1"/>
  <p:tag name="KSO_WM_UNIT_NOCLEAR" val="0"/>
  <p:tag name="KSO_WM_UNIT_TYPE" val="l_h_i"/>
  <p:tag name="KSO_WM_UNIT_INDEX" val="1_3_1"/>
  <p:tag name="KSO_WM_DIAGRAM_VERSION" val="3"/>
  <p:tag name="KSO_WM_DIAGRAM_COLOR_TRICK" val="1"/>
  <p:tag name="KSO_WM_DIAGRAM_COLOR_TEXT_CAN_REMOVE" val="n"/>
  <p:tag name="KSO_WM_UNIT_TEXT_TYPE" val="1"/>
  <p:tag name="KSO_WM_DIAGRAM_MAX_ITEMCNT" val="10"/>
  <p:tag name="KSO_WM_DIAGRAM_MIN_ITEMCNT" val="6"/>
  <p:tag name="KSO_WM_DIAGRAM_VIRTUALLY_FRAME" val="{&quot;height&quot;:380.6250424218366,&quot;left&quot;:1.1,&quot;top&quot;:66.89999694824219,&quot;width&quot;:96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.540000021457672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GROUP_CODE" val="l1-1"/>
  <p:tag name="KSO_WM_UNIT_TEXT_FILL_FORE_SCHEMECOLOR_INDEX" val="3"/>
  <p:tag name="KSO_WM_UNIT_TEXT_FILL_TYPE" val="3"/>
  <p:tag name="KSO_WM_DIAGRAM_USE_COLOR_VALUE" val="{&quot;color_scheme&quot;:1,&quot;color_type&quot;:1,&quot;theme_color_indexes&quot;:[5,5,5,5,5,5]}"/>
</p:tagLst>
</file>

<file path=ppt/tags/tag3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24_2*l_h_i*1_5_1"/>
  <p:tag name="KSO_WM_TEMPLATE_CATEGORY" val="diagram"/>
  <p:tag name="KSO_WM_TEMPLATE_INDEX" val="20235224"/>
  <p:tag name="KSO_WM_UNIT_LAYERLEVEL" val="1_1_1"/>
  <p:tag name="KSO_WM_TAG_VERSION" val="3.0"/>
  <p:tag name="KSO_WM_UNIT_SUBTYPE" val="d"/>
  <p:tag name="KSO_WM_UNIT_TEXT_LAYER_COUNT" val="1"/>
  <p:tag name="KSO_WM_UNIT_NOCLEAR" val="0"/>
  <p:tag name="KSO_WM_UNIT_TYPE" val="l_h_i"/>
  <p:tag name="KSO_WM_UNIT_INDEX" val="1_5_1"/>
  <p:tag name="KSO_WM_DIAGRAM_VERSION" val="3"/>
  <p:tag name="KSO_WM_DIAGRAM_COLOR_TRICK" val="1"/>
  <p:tag name="KSO_WM_DIAGRAM_COLOR_TEXT_CAN_REMOVE" val="n"/>
  <p:tag name="KSO_WM_UNIT_TEXT_TYPE" val="1"/>
  <p:tag name="KSO_WM_DIAGRAM_MAX_ITEMCNT" val="10"/>
  <p:tag name="KSO_WM_DIAGRAM_MIN_ITEMCNT" val="6"/>
  <p:tag name="KSO_WM_DIAGRAM_VIRTUALLY_FRAME" val="{&quot;height&quot;:380.6250424218366,&quot;left&quot;:1.1,&quot;top&quot;:66.89999694824219,&quot;width&quot;:96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.540000021457672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GROUP_CODE" val="l1-1"/>
  <p:tag name="KSO_WM_UNIT_TEXT_FILL_FORE_SCHEMECOLOR_INDEX" val="3"/>
  <p:tag name="KSO_WM_UNIT_TEXT_FILL_TYPE" val="3"/>
  <p:tag name="KSO_WM_DIAGRAM_USE_COLOR_VALUE" val="{&quot;color_scheme&quot;:1,&quot;color_type&quot;:1,&quot;theme_color_indexes&quot;:[5,5,5,5,5,5]}"/>
</p:tagLst>
</file>

<file path=ppt/tags/tag3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24_2*l_h_f*1_1_1"/>
  <p:tag name="KSO_WM_TEMPLATE_CATEGORY" val="diagram"/>
  <p:tag name="KSO_WM_TEMPLATE_INDEX" val="20235224"/>
  <p:tag name="KSO_WM_UNIT_LAYERLEVEL" val="1_1_1"/>
  <p:tag name="KSO_WM_TAG_VERSION" val="3.0"/>
  <p:tag name="KSO_WM_BEAUTIFY_FLAG" val="#wm#"/>
  <p:tag name="KSO_WM_UNIT_SUBTYPE" val="a"/>
  <p:tag name="KSO_WM_UNIT_TEXT_LAYER_COUNT" val="1"/>
  <p:tag name="KSO_WM_UNIT_NOCLEAR" val="0"/>
  <p:tag name="KSO_WM_UNIT_TYPE" val="l_h_f"/>
  <p:tag name="KSO_WM_UNIT_INDEX" val="1_1_1"/>
  <p:tag name="KSO_WM_DIAGRAM_VERSION" val="3"/>
  <p:tag name="KSO_WM_DIAGRAM_COLOR_TRICK" val="1"/>
  <p:tag name="KSO_WM_DIAGRAM_COLOR_TEXT_CAN_REMOVE" val="n"/>
  <p:tag name="KSO_WM_UNIT_VALUE" val="44"/>
  <p:tag name="KSO_WM_DIAGRAM_GROUP_CODE" val="l1-1"/>
  <p:tag name="KSO_WM_UNIT_PRESET_TEXT" val="单击此处输入您的项正文文字是您思想的提炼，请尽量言简意赅的阐述观点。"/>
  <p:tag name="KSO_WM_UNIT_TEXT_FILL_FORE_SCHEMECOLOR_INDEX" val="1"/>
  <p:tag name="KSO_WM_UNIT_TEXT_FILL_TYPE" val="1"/>
  <p:tag name="KSO_WM_UNIT_TEXT_TYPE" val="1"/>
  <p:tag name="KSO_WM_DIAGRAM_MAX_ITEMCNT" val="10"/>
  <p:tag name="KSO_WM_DIAGRAM_MIN_ITEMCNT" val="6"/>
  <p:tag name="KSO_WM_DIAGRAM_VIRTUALLY_FRAME" val="{&quot;height&quot;:380.6250424218366,&quot;left&quot;:1.1,&quot;top&quot;:66.89999694824219,&quot;width&quot;:96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5,5,5,5,5]}"/>
</p:tagLst>
</file>

<file path=ppt/tags/tag3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24_2*l_h_f*1_3_1"/>
  <p:tag name="KSO_WM_TEMPLATE_CATEGORY" val="diagram"/>
  <p:tag name="KSO_WM_TEMPLATE_INDEX" val="20235224"/>
  <p:tag name="KSO_WM_UNIT_LAYERLEVEL" val="1_1_1"/>
  <p:tag name="KSO_WM_TAG_VERSION" val="3.0"/>
  <p:tag name="KSO_WM_BEAUTIFY_FLAG" val="#wm#"/>
  <p:tag name="KSO_WM_UNIT_SUBTYPE" val="a"/>
  <p:tag name="KSO_WM_UNIT_TEXT_LAYER_COUNT" val="1"/>
  <p:tag name="KSO_WM_UNIT_NOCLEAR" val="0"/>
  <p:tag name="KSO_WM_UNIT_TYPE" val="l_h_f"/>
  <p:tag name="KSO_WM_UNIT_INDEX" val="1_3_1"/>
  <p:tag name="KSO_WM_DIAGRAM_VERSION" val="3"/>
  <p:tag name="KSO_WM_DIAGRAM_COLOR_TRICK" val="1"/>
  <p:tag name="KSO_WM_DIAGRAM_COLOR_TEXT_CAN_REMOVE" val="n"/>
  <p:tag name="KSO_WM_UNIT_VALUE" val="44"/>
  <p:tag name="KSO_WM_DIAGRAM_GROUP_CODE" val="l1-1"/>
  <p:tag name="KSO_WM_UNIT_PRESET_TEXT" val="单击此处输入您的项正文文字是您思想的提炼，请尽量言简意赅的阐述观点。"/>
  <p:tag name="KSO_WM_UNIT_TEXT_FILL_FORE_SCHEMECOLOR_INDEX" val="1"/>
  <p:tag name="KSO_WM_UNIT_TEXT_FILL_TYPE" val="1"/>
  <p:tag name="KSO_WM_UNIT_TEXT_TYPE" val="1"/>
  <p:tag name="KSO_WM_DIAGRAM_MAX_ITEMCNT" val="10"/>
  <p:tag name="KSO_WM_DIAGRAM_MIN_ITEMCNT" val="6"/>
  <p:tag name="KSO_WM_DIAGRAM_VIRTUALLY_FRAME" val="{&quot;height&quot;:380.6250424218366,&quot;left&quot;:1.1,&quot;top&quot;:66.89999694824219,&quot;width&quot;:96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5,5,5,5,5]}"/>
</p:tagLst>
</file>

<file path=ppt/tags/tag3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24_2*l_h_f*1_5_1"/>
  <p:tag name="KSO_WM_TEMPLATE_CATEGORY" val="diagram"/>
  <p:tag name="KSO_WM_TEMPLATE_INDEX" val="20235224"/>
  <p:tag name="KSO_WM_UNIT_LAYERLEVEL" val="1_1_1"/>
  <p:tag name="KSO_WM_TAG_VERSION" val="3.0"/>
  <p:tag name="KSO_WM_BEAUTIFY_FLAG" val="#wm#"/>
  <p:tag name="KSO_WM_UNIT_SUBTYPE" val="a"/>
  <p:tag name="KSO_WM_UNIT_TEXT_LAYER_COUNT" val="1"/>
  <p:tag name="KSO_WM_UNIT_NOCLEAR" val="0"/>
  <p:tag name="KSO_WM_UNIT_TYPE" val="l_h_f"/>
  <p:tag name="KSO_WM_UNIT_INDEX" val="1_5_1"/>
  <p:tag name="KSO_WM_DIAGRAM_VERSION" val="3"/>
  <p:tag name="KSO_WM_DIAGRAM_COLOR_TRICK" val="1"/>
  <p:tag name="KSO_WM_DIAGRAM_COLOR_TEXT_CAN_REMOVE" val="n"/>
  <p:tag name="KSO_WM_UNIT_VALUE" val="44"/>
  <p:tag name="KSO_WM_DIAGRAM_GROUP_CODE" val="l1-1"/>
  <p:tag name="KSO_WM_UNIT_PRESET_TEXT" val="单击此处输入您的项正文文字是您思想的提炼，请尽量言简意赅的阐述观点。"/>
  <p:tag name="KSO_WM_UNIT_TEXT_FILL_FORE_SCHEMECOLOR_INDEX" val="1"/>
  <p:tag name="KSO_WM_UNIT_TEXT_FILL_TYPE" val="1"/>
  <p:tag name="KSO_WM_UNIT_TEXT_TYPE" val="1"/>
  <p:tag name="KSO_WM_DIAGRAM_MAX_ITEMCNT" val="10"/>
  <p:tag name="KSO_WM_DIAGRAM_MIN_ITEMCNT" val="6"/>
  <p:tag name="KSO_WM_DIAGRAM_VIRTUALLY_FRAME" val="{&quot;height&quot;:380.6250424218366,&quot;left&quot;:1.1,&quot;top&quot;:66.89999694824219,&quot;width&quot;:96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5,5,5,5,5]}"/>
</p:tagLst>
</file>

<file path=ppt/tags/tag3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24_2*l_h_i*1_2_1"/>
  <p:tag name="KSO_WM_TEMPLATE_CATEGORY" val="diagram"/>
  <p:tag name="KSO_WM_TEMPLATE_INDEX" val="20235224"/>
  <p:tag name="KSO_WM_UNIT_LAYERLEVEL" val="1_1_1"/>
  <p:tag name="KSO_WM_TAG_VERSION" val="3.0"/>
  <p:tag name="KSO_WM_UNIT_SUBTYPE" val="d"/>
  <p:tag name="KSO_WM_UNIT_TEXT_LAYER_COUNT" val="1"/>
  <p:tag name="KSO_WM_UNIT_NOCLEAR" val="0"/>
  <p:tag name="KSO_WM_UNIT_TYPE" val="l_h_i"/>
  <p:tag name="KSO_WM_UNIT_INDEX" val="1_2_1"/>
  <p:tag name="KSO_WM_DIAGRAM_VERSION" val="3"/>
  <p:tag name="KSO_WM_DIAGRAM_COLOR_TRICK" val="1"/>
  <p:tag name="KSO_WM_DIAGRAM_COLOR_TEXT_CAN_REMOVE" val="n"/>
  <p:tag name="KSO_WM_UNIT_TEXT_TYPE" val="1"/>
  <p:tag name="KSO_WM_DIAGRAM_MAX_ITEMCNT" val="10"/>
  <p:tag name="KSO_WM_DIAGRAM_MIN_ITEMCNT" val="6"/>
  <p:tag name="KSO_WM_DIAGRAM_VIRTUALLY_FRAME" val="{&quot;height&quot;:380.6250424218366,&quot;left&quot;:1.1,&quot;top&quot;:66.89999694824219,&quot;width&quot;:96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.540000021457672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GROUP_CODE" val="l1-1"/>
  <p:tag name="KSO_WM_UNIT_TEXT_FILL_FORE_SCHEMECOLOR_INDEX" val="3"/>
  <p:tag name="KSO_WM_UNIT_TEXT_FILL_TYPE" val="3"/>
  <p:tag name="KSO_WM_DIAGRAM_USE_COLOR_VALUE" val="{&quot;color_scheme&quot;:1,&quot;color_type&quot;:1,&quot;theme_color_indexes&quot;:[5,5,5,5,5,5]}"/>
</p:tagLst>
</file>

<file path=ppt/tags/tag3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24_2*l_h_i*1_4_1"/>
  <p:tag name="KSO_WM_TEMPLATE_CATEGORY" val="diagram"/>
  <p:tag name="KSO_WM_TEMPLATE_INDEX" val="20235224"/>
  <p:tag name="KSO_WM_UNIT_LAYERLEVEL" val="1_1_1"/>
  <p:tag name="KSO_WM_TAG_VERSION" val="3.0"/>
  <p:tag name="KSO_WM_UNIT_SUBTYPE" val="d"/>
  <p:tag name="KSO_WM_UNIT_TEXT_LAYER_COUNT" val="1"/>
  <p:tag name="KSO_WM_UNIT_NOCLEAR" val="0"/>
  <p:tag name="KSO_WM_UNIT_TYPE" val="l_h_i"/>
  <p:tag name="KSO_WM_UNIT_INDEX" val="1_4_1"/>
  <p:tag name="KSO_WM_DIAGRAM_VERSION" val="3"/>
  <p:tag name="KSO_WM_DIAGRAM_COLOR_TRICK" val="1"/>
  <p:tag name="KSO_WM_DIAGRAM_COLOR_TEXT_CAN_REMOVE" val="n"/>
  <p:tag name="KSO_WM_UNIT_TEXT_TYPE" val="1"/>
  <p:tag name="KSO_WM_DIAGRAM_MAX_ITEMCNT" val="10"/>
  <p:tag name="KSO_WM_DIAGRAM_MIN_ITEMCNT" val="6"/>
  <p:tag name="KSO_WM_DIAGRAM_VIRTUALLY_FRAME" val="{&quot;height&quot;:380.6250424218366,&quot;left&quot;:1.1,&quot;top&quot;:66.89999694824219,&quot;width&quot;:96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.540000021457672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GROUP_CODE" val="l1-1"/>
  <p:tag name="KSO_WM_UNIT_TEXT_FILL_FORE_SCHEMECOLOR_INDEX" val="3"/>
  <p:tag name="KSO_WM_UNIT_TEXT_FILL_TYPE" val="3"/>
  <p:tag name="KSO_WM_DIAGRAM_USE_COLOR_VALUE" val="{&quot;color_scheme&quot;:1,&quot;color_type&quot;:1,&quot;theme_color_indexes&quot;:[5,5,5,5,5,5]}"/>
</p:tagLst>
</file>

<file path=ppt/tags/tag3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24_2*l_h_i*1_6_1"/>
  <p:tag name="KSO_WM_TEMPLATE_CATEGORY" val="diagram"/>
  <p:tag name="KSO_WM_TEMPLATE_INDEX" val="20235224"/>
  <p:tag name="KSO_WM_UNIT_LAYERLEVEL" val="1_1_1"/>
  <p:tag name="KSO_WM_TAG_VERSION" val="3.0"/>
  <p:tag name="KSO_WM_UNIT_SUBTYPE" val="d"/>
  <p:tag name="KSO_WM_UNIT_TEXT_LAYER_COUNT" val="1"/>
  <p:tag name="KSO_WM_UNIT_NOCLEAR" val="0"/>
  <p:tag name="KSO_WM_UNIT_TYPE" val="l_h_i"/>
  <p:tag name="KSO_WM_UNIT_INDEX" val="1_6_1"/>
  <p:tag name="KSO_WM_DIAGRAM_VERSION" val="3"/>
  <p:tag name="KSO_WM_DIAGRAM_COLOR_TRICK" val="1"/>
  <p:tag name="KSO_WM_DIAGRAM_COLOR_TEXT_CAN_REMOVE" val="n"/>
  <p:tag name="KSO_WM_UNIT_TEXT_TYPE" val="1"/>
  <p:tag name="KSO_WM_DIAGRAM_MAX_ITEMCNT" val="10"/>
  <p:tag name="KSO_WM_DIAGRAM_MIN_ITEMCNT" val="6"/>
  <p:tag name="KSO_WM_DIAGRAM_VIRTUALLY_FRAME" val="{&quot;height&quot;:380.6250424218366,&quot;left&quot;:1.1,&quot;top&quot;:66.89999694824219,&quot;width&quot;:96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.540000021457672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GROUP_CODE" val="l1-1"/>
  <p:tag name="KSO_WM_UNIT_TEXT_FILL_FORE_SCHEMECOLOR_INDEX" val="3"/>
  <p:tag name="KSO_WM_UNIT_TEXT_FILL_TYPE" val="3"/>
  <p:tag name="KSO_WM_DIAGRAM_USE_COLOR_VALUE" val="{&quot;color_scheme&quot;:1,&quot;color_type&quot;:1,&quot;theme_color_indexes&quot;:[5,5,5,5,5,5]}"/>
</p:tagLst>
</file>

<file path=ppt/tags/tag3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24_2*l_h_f*1_2_1"/>
  <p:tag name="KSO_WM_TEMPLATE_CATEGORY" val="diagram"/>
  <p:tag name="KSO_WM_TEMPLATE_INDEX" val="20235224"/>
  <p:tag name="KSO_WM_UNIT_LAYERLEVEL" val="1_1_1"/>
  <p:tag name="KSO_WM_TAG_VERSION" val="3.0"/>
  <p:tag name="KSO_WM_BEAUTIFY_FLAG" val="#wm#"/>
  <p:tag name="KSO_WM_UNIT_SUBTYPE" val="a"/>
  <p:tag name="KSO_WM_UNIT_TEXT_LAYER_COUNT" val="1"/>
  <p:tag name="KSO_WM_UNIT_NOCLEAR" val="0"/>
  <p:tag name="KSO_WM_UNIT_TYPE" val="l_h_f"/>
  <p:tag name="KSO_WM_UNIT_INDEX" val="1_2_1"/>
  <p:tag name="KSO_WM_DIAGRAM_VERSION" val="3"/>
  <p:tag name="KSO_WM_DIAGRAM_COLOR_TRICK" val="1"/>
  <p:tag name="KSO_WM_DIAGRAM_COLOR_TEXT_CAN_REMOVE" val="n"/>
  <p:tag name="KSO_WM_UNIT_VALUE" val="44"/>
  <p:tag name="KSO_WM_DIAGRAM_GROUP_CODE" val="l1-1"/>
  <p:tag name="KSO_WM_UNIT_PRESET_TEXT" val="单击此处输入您的项正文文字是您思想的提炼，请尽量言简意赅的阐述观点。"/>
  <p:tag name="KSO_WM_UNIT_TEXT_FILL_FORE_SCHEMECOLOR_INDEX" val="1"/>
  <p:tag name="KSO_WM_UNIT_TEXT_FILL_TYPE" val="1"/>
  <p:tag name="KSO_WM_UNIT_TEXT_TYPE" val="1"/>
  <p:tag name="KSO_WM_DIAGRAM_MAX_ITEMCNT" val="10"/>
  <p:tag name="KSO_WM_DIAGRAM_MIN_ITEMCNT" val="6"/>
  <p:tag name="KSO_WM_DIAGRAM_VIRTUALLY_FRAME" val="{&quot;height&quot;:380.6250424218366,&quot;left&quot;:1.1,&quot;top&quot;:66.89999694824219,&quot;width&quot;:96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5,5,5,5,5]}"/>
</p:tagLst>
</file>

<file path=ppt/tags/tag3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24_2*l_h_f*1_4_1"/>
  <p:tag name="KSO_WM_TEMPLATE_CATEGORY" val="diagram"/>
  <p:tag name="KSO_WM_TEMPLATE_INDEX" val="20235224"/>
  <p:tag name="KSO_WM_UNIT_LAYERLEVEL" val="1_1_1"/>
  <p:tag name="KSO_WM_TAG_VERSION" val="3.0"/>
  <p:tag name="KSO_WM_BEAUTIFY_FLAG" val="#wm#"/>
  <p:tag name="KSO_WM_UNIT_SUBTYPE" val="a"/>
  <p:tag name="KSO_WM_UNIT_TEXT_LAYER_COUNT" val="1"/>
  <p:tag name="KSO_WM_UNIT_NOCLEAR" val="0"/>
  <p:tag name="KSO_WM_UNIT_TYPE" val="l_h_f"/>
  <p:tag name="KSO_WM_UNIT_INDEX" val="1_4_1"/>
  <p:tag name="KSO_WM_DIAGRAM_VERSION" val="3"/>
  <p:tag name="KSO_WM_DIAGRAM_COLOR_TRICK" val="1"/>
  <p:tag name="KSO_WM_DIAGRAM_COLOR_TEXT_CAN_REMOVE" val="n"/>
  <p:tag name="KSO_WM_UNIT_VALUE" val="44"/>
  <p:tag name="KSO_WM_DIAGRAM_GROUP_CODE" val="l1-1"/>
  <p:tag name="KSO_WM_UNIT_PRESET_TEXT" val="单击此处输入您的项正文文字是您思想的提炼，请尽量言简意赅的阐述观点。"/>
  <p:tag name="KSO_WM_UNIT_TEXT_FILL_FORE_SCHEMECOLOR_INDEX" val="1"/>
  <p:tag name="KSO_WM_UNIT_TEXT_FILL_TYPE" val="1"/>
  <p:tag name="KSO_WM_UNIT_TEXT_TYPE" val="1"/>
  <p:tag name="KSO_WM_DIAGRAM_MAX_ITEMCNT" val="10"/>
  <p:tag name="KSO_WM_DIAGRAM_MIN_ITEMCNT" val="6"/>
  <p:tag name="KSO_WM_DIAGRAM_VIRTUALLY_FRAME" val="{&quot;height&quot;:380.6250424218366,&quot;left&quot;:1.1,&quot;top&quot;:66.89999694824219,&quot;width&quot;:96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5,5,5,5,5]}"/>
</p:tagLst>
</file>

<file path=ppt/tags/tag3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24_2*l_h_f*1_6_1"/>
  <p:tag name="KSO_WM_TEMPLATE_CATEGORY" val="diagram"/>
  <p:tag name="KSO_WM_TEMPLATE_INDEX" val="20235224"/>
  <p:tag name="KSO_WM_UNIT_LAYERLEVEL" val="1_1_1"/>
  <p:tag name="KSO_WM_TAG_VERSION" val="3.0"/>
  <p:tag name="KSO_WM_BEAUTIFY_FLAG" val="#wm#"/>
  <p:tag name="KSO_WM_UNIT_SUBTYPE" val="a"/>
  <p:tag name="KSO_WM_UNIT_TEXT_LAYER_COUNT" val="1"/>
  <p:tag name="KSO_WM_UNIT_NOCLEAR" val="0"/>
  <p:tag name="KSO_WM_UNIT_TYPE" val="l_h_f"/>
  <p:tag name="KSO_WM_UNIT_INDEX" val="1_6_1"/>
  <p:tag name="KSO_WM_DIAGRAM_VERSION" val="3"/>
  <p:tag name="KSO_WM_DIAGRAM_COLOR_TRICK" val="1"/>
  <p:tag name="KSO_WM_DIAGRAM_COLOR_TEXT_CAN_REMOVE" val="n"/>
  <p:tag name="KSO_WM_UNIT_VALUE" val="44"/>
  <p:tag name="KSO_WM_DIAGRAM_GROUP_CODE" val="l1-1"/>
  <p:tag name="KSO_WM_UNIT_PRESET_TEXT" val="单击此处输入您的项正文文字是您思想的提炼，请尽量言简意赅的阐述观点。"/>
  <p:tag name="KSO_WM_UNIT_TEXT_FILL_FORE_SCHEMECOLOR_INDEX" val="1"/>
  <p:tag name="KSO_WM_UNIT_TEXT_FILL_TYPE" val="1"/>
  <p:tag name="KSO_WM_UNIT_TEXT_TYPE" val="1"/>
  <p:tag name="KSO_WM_DIAGRAM_MAX_ITEMCNT" val="10"/>
  <p:tag name="KSO_WM_DIAGRAM_MIN_ITEMCNT" val="6"/>
  <p:tag name="KSO_WM_DIAGRAM_VIRTUALLY_FRAME" val="{&quot;height&quot;:380.6250424218366,&quot;left&quot;:1.1,&quot;top&quot;:66.89999694824219,&quot;width&quot;:96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5,5,5,5,5]}"/>
</p:tagLst>
</file>

<file path=ppt/tags/tag3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24_2*l_h_i*1_4_2"/>
  <p:tag name="KSO_WM_TEMPLATE_CATEGORY" val="diagram"/>
  <p:tag name="KSO_WM_TEMPLATE_INDEX" val="20235224"/>
  <p:tag name="KSO_WM_UNIT_LAYERLEVEL" val="1_1_1"/>
  <p:tag name="KSO_WM_TAG_VERSION" val="3.0"/>
  <p:tag name="KSO_WM_BEAUTIFY_FLAG" val="#wm#"/>
  <p:tag name="KSO_WM_UNIT_TYPE" val="l_h_i"/>
  <p:tag name="KSO_WM_UNIT_INDEX" val="1_4_2"/>
  <p:tag name="KSO_WM_DIAGRAM_VERSION" val="3"/>
  <p:tag name="KSO_WM_DIAGRAM_COLOR_TRICK" val="1"/>
  <p:tag name="KSO_WM_DIAGRAM_COLOR_TEXT_CAN_REMOVE" val="n"/>
  <p:tag name="KSO_WM_DIAGRAM_GROUP_CODE" val="l1-1"/>
  <p:tag name="KSO_WM_DIAGRAM_MAX_ITEMCNT" val="10"/>
  <p:tag name="KSO_WM_DIAGRAM_MIN_ITEMCNT" val="6"/>
  <p:tag name="KSO_WM_DIAGRAM_VIRTUALLY_FRAME" val="{&quot;height&quot;:380.6250424218366,&quot;left&quot;:1.1,&quot;top&quot;:66.89999694824219,&quot;width&quot;:960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5,5,5,5,5]}"/>
</p:tagLst>
</file>

<file path=ppt/tags/tag3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24_2*l_h_i*1_2_2"/>
  <p:tag name="KSO_WM_TEMPLATE_CATEGORY" val="diagram"/>
  <p:tag name="KSO_WM_TEMPLATE_INDEX" val="20235224"/>
  <p:tag name="KSO_WM_UNIT_LAYERLEVEL" val="1_1_1"/>
  <p:tag name="KSO_WM_TAG_VERSION" val="3.0"/>
  <p:tag name="KSO_WM_BEAUTIFY_FLAG" val="#wm#"/>
  <p:tag name="KSO_WM_UNIT_TYPE" val="l_h_i"/>
  <p:tag name="KSO_WM_UNIT_INDEX" val="1_2_2"/>
  <p:tag name="KSO_WM_DIAGRAM_VERSION" val="3"/>
  <p:tag name="KSO_WM_DIAGRAM_COLOR_TRICK" val="1"/>
  <p:tag name="KSO_WM_DIAGRAM_COLOR_TEXT_CAN_REMOVE" val="n"/>
  <p:tag name="KSO_WM_DIAGRAM_GROUP_CODE" val="l1-1"/>
  <p:tag name="KSO_WM_DIAGRAM_MAX_ITEMCNT" val="10"/>
  <p:tag name="KSO_WM_DIAGRAM_MIN_ITEMCNT" val="6"/>
  <p:tag name="KSO_WM_DIAGRAM_VIRTUALLY_FRAME" val="{&quot;height&quot;:380.6250424218366,&quot;left&quot;:1.1,&quot;top&quot;:66.89999694824219,&quot;width&quot;:960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5,5,5,5,5]}"/>
</p:tagLst>
</file>

<file path=ppt/tags/tag3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24_2*l_h_i*1_7_1"/>
  <p:tag name="KSO_WM_TEMPLATE_CATEGORY" val="diagram"/>
  <p:tag name="KSO_WM_TEMPLATE_INDEX" val="20235224"/>
  <p:tag name="KSO_WM_UNIT_LAYERLEVEL" val="1_1_1"/>
  <p:tag name="KSO_WM_TAG_VERSION" val="3.0"/>
  <p:tag name="KSO_WM_UNIT_SUBTYPE" val="d"/>
  <p:tag name="KSO_WM_UNIT_TEXT_LAYER_COUNT" val="1"/>
  <p:tag name="KSO_WM_UNIT_NOCLEAR" val="0"/>
  <p:tag name="KSO_WM_UNIT_TYPE" val="l_h_i"/>
  <p:tag name="KSO_WM_UNIT_INDEX" val="1_7_1"/>
  <p:tag name="KSO_WM_DIAGRAM_VERSION" val="3"/>
  <p:tag name="KSO_WM_DIAGRAM_COLOR_TRICK" val="1"/>
  <p:tag name="KSO_WM_DIAGRAM_COLOR_TEXT_CAN_REMOVE" val="n"/>
  <p:tag name="KSO_WM_UNIT_TEXT_TYPE" val="1"/>
  <p:tag name="KSO_WM_DIAGRAM_MAX_ITEMCNT" val="10"/>
  <p:tag name="KSO_WM_DIAGRAM_MIN_ITEMCNT" val="6"/>
  <p:tag name="KSO_WM_DIAGRAM_VIRTUALLY_FRAME" val="{&quot;height&quot;:380.6250424218366,&quot;left&quot;:1.1,&quot;top&quot;:66.89999694824219,&quot;width&quot;:96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gradient&quot;:[{&quot;brightness&quot;:0,&quot;colorType&quot;:1,&quot;foreColorIndex&quot;:5,&quot;pos&quot;:0,&quot;transparency&quot;:0},{&quot;brightness&quot;:0,&quot;colorType&quot;:1,&quot;foreColorIndex&quot;:5,&quot;pos&quot;:1,&quot;transparency&quot;:0.5400000214576721}],&quot;type&quot;:3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BEAUTIFY_FLAG" val="#wm#"/>
  <p:tag name="KSO_WM_DIAGRAM_GROUP_CODE" val="l1-1"/>
  <p:tag name="KSO_WM_UNIT_TEXT_FILL_FORE_SCHEMECOLOR_INDEX" val="3"/>
  <p:tag name="KSO_WM_UNIT_TEXT_FILL_TYPE" val="3"/>
  <p:tag name="KSO_WM_DIAGRAM_USE_COLOR_VALUE" val="{&quot;color_scheme&quot;:1,&quot;color_type&quot;:1,&quot;theme_color_indexes&quot;:[5,5,5,5,5,5]}"/>
</p:tagLst>
</file>

<file path=ppt/tags/tag3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24_2*l_h_f*1_7_1"/>
  <p:tag name="KSO_WM_TEMPLATE_CATEGORY" val="diagram"/>
  <p:tag name="KSO_WM_TEMPLATE_INDEX" val="20235224"/>
  <p:tag name="KSO_WM_UNIT_LAYERLEVEL" val="1_1_1"/>
  <p:tag name="KSO_WM_TAG_VERSION" val="3.0"/>
  <p:tag name="KSO_WM_BEAUTIFY_FLAG" val="#wm#"/>
  <p:tag name="KSO_WM_UNIT_SUBTYPE" val="a"/>
  <p:tag name="KSO_WM_UNIT_TEXT_LAYER_COUNT" val="1"/>
  <p:tag name="KSO_WM_UNIT_NOCLEAR" val="0"/>
  <p:tag name="KSO_WM_UNIT_TYPE" val="l_h_f"/>
  <p:tag name="KSO_WM_UNIT_INDEX" val="1_7_1"/>
  <p:tag name="KSO_WM_DIAGRAM_VERSION" val="3"/>
  <p:tag name="KSO_WM_DIAGRAM_COLOR_TRICK" val="1"/>
  <p:tag name="KSO_WM_DIAGRAM_COLOR_TEXT_CAN_REMOVE" val="n"/>
  <p:tag name="KSO_WM_UNIT_VALUE" val="44"/>
  <p:tag name="KSO_WM_DIAGRAM_GROUP_CODE" val="l1-1"/>
  <p:tag name="KSO_WM_UNIT_PRESET_TEXT" val="单击此处输入您的项正文文字是您思想的提炼，请尽量言简意赅的阐述观点。"/>
  <p:tag name="KSO_WM_UNIT_TEXT_FILL_FORE_SCHEMECOLOR_INDEX" val="1"/>
  <p:tag name="KSO_WM_UNIT_TEXT_FILL_TYPE" val="1"/>
  <p:tag name="KSO_WM_UNIT_TEXT_TYPE" val="1"/>
  <p:tag name="KSO_WM_DIAGRAM_MAX_ITEMCNT" val="10"/>
  <p:tag name="KSO_WM_DIAGRAM_MIN_ITEMCNT" val="6"/>
  <p:tag name="KSO_WM_DIAGRAM_VIRTUALLY_FRAME" val="{&quot;height&quot;:380.6250424218366,&quot;left&quot;:1.1,&quot;top&quot;:66.89999694824219,&quot;width&quot;:960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15000000596046448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DIAGRAM_USE_COLOR_VALUE" val="{&quot;color_scheme&quot;:1,&quot;color_type&quot;:1,&quot;theme_color_indexes&quot;:[5,5,5,5,5,5]}"/>
</p:tagLst>
</file>

<file path=ppt/tags/tag3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diagram20235224_2*l_h_i*1_7_2"/>
  <p:tag name="KSO_WM_TEMPLATE_CATEGORY" val="diagram"/>
  <p:tag name="KSO_WM_TEMPLATE_INDEX" val="20235224"/>
  <p:tag name="KSO_WM_UNIT_LAYERLEVEL" val="1_1_1"/>
  <p:tag name="KSO_WM_TAG_VERSION" val="3.0"/>
  <p:tag name="KSO_WM_BEAUTIFY_FLAG" val="#wm#"/>
  <p:tag name="KSO_WM_UNIT_TYPE" val="l_h_i"/>
  <p:tag name="KSO_WM_UNIT_INDEX" val="1_7_2"/>
  <p:tag name="KSO_WM_DIAGRAM_VERSION" val="3"/>
  <p:tag name="KSO_WM_DIAGRAM_COLOR_TRICK" val="1"/>
  <p:tag name="KSO_WM_DIAGRAM_COLOR_TEXT_CAN_REMOVE" val="n"/>
  <p:tag name="KSO_WM_DIAGRAM_GROUP_CODE" val="l1-1"/>
  <p:tag name="KSO_WM_DIAGRAM_MAX_ITEMCNT" val="10"/>
  <p:tag name="KSO_WM_DIAGRAM_MIN_ITEMCNT" val="6"/>
  <p:tag name="KSO_WM_DIAGRAM_VIRTUALLY_FRAME" val="{&quot;height&quot;:380.6250424218366,&quot;left&quot;:1.1,&quot;top&quot;:66.89999694824219,&quot;width&quot;:960}"/>
  <p:tag name="KSO_WM_DIAGRAM_COLOR_MATCH_VALUE" val="{&quot;shape&quot;:{&quot;fill&quot;:{&quot;type&quot;:0},&quot;glow&quot;:{&quot;colorType&quot;:0},&quot;line&quot;:{&quot;gradient&quot;:[{&quot;brightness&quot;:0,&quot;colorType&quot;:1,&quot;foreColorIndex&quot;:5,&quot;pos&quot;:0,&quot;transparency&quot;:1},{&quot;brightness&quot;:0,&quot;colorType&quot;:1,&quot;foreColorIndex&quot;:5,&quot;pos&quot;:1,&quot;transparency&quot;:0}],&quot;type&quot;:2},&quot;shadow&quot;:{&quot;colorType&quot;:0},&quot;threeD&quot;:{&quot;curvedSurface&quot;:{&quot;brightness&quot;:0,&quot;colorType&quot;:2,&quot;rgb&quot;:&quot;#000000&quot;},&quot;depth&quot;:{&quot;colorType&quot;:0}}},&quot;text&quot;:{&quot;fill&quot;:{},&quot;glow&quot;:{},&quot;line&quot;:{},&quot;shadow&quot;:{},&quot;threeD&quot;:{}}}"/>
  <p:tag name="KSO_WM_DIAGRAM_USE_COLOR_VALUE" val="{&quot;color_scheme&quot;:1,&quot;color_type&quot;:1,&quot;theme_color_indexes&quot;:[5,5,5,5,5,5]}"/>
</p:tagLst>
</file>

<file path=ppt/tags/tag377.xml><?xml version="1.0" encoding="utf-8"?>
<p:tagLst xmlns:p="http://schemas.openxmlformats.org/presentationml/2006/main">
  <p:tag name="KSO_WM_AILAYOUT_OPTION" val="0_1_1_0"/>
  <p:tag name="KSO_WM_CARDGOUR_SOURCE_FROM" val="aipagebeautify"/>
  <p:tag name="KSO_WM_CARDGROUP_FEATURE" val="1*3*12*1*0"/>
  <p:tag name="KSO_WM_CARDGROUP_ID" val="d3f6a091dbd3460b8d0fb5e953673fdd"/>
  <p:tag name="KSO_WM_CARDGROUP_STYLE_INFO" val="C1_sc_p2*standard*2"/>
  <p:tag name="KSO_WM_FIGMA_FLAG" val="#fgm#"/>
  <p:tag name="KSO_WM_NEWLAYOUT_GROUP_ID" val="40"/>
  <p:tag name="KSO_WM_NEWLAYOUT_ID" val="lay_fb6c34eba8e90fc6cc650bfd65bf5264ee39fe27"/>
  <p:tag name="KSO_WM_SLIDE_FIGMA_DIAGRAM" val="1"/>
  <p:tag name="KSO_WM_UNIT_INDEX" val="1_1_1"/>
  <p:tag name="KSO_WM_UNIT_PRESET_TEXT" val="请在此输入您的标题"/>
  <p:tag name="KSO_WM_UNIT_TYPE" val="l_h_a"/>
  <p:tag name="KSO_WM_CARDGROUP_LAYOUT_DATA" val="{&quot;cardRct&quot;:[8405.193700787402,971.8708661417321,3959,720.0000000000001],&quot;lytRct&quot;:[8405,971,3960,721],&quot;rct&quot;:[9605,971,2200,721],&quot;spRct&quot;:[1200,0,3399,720]}"/>
  <p:tag name="KSO_WM_CARDGROUP_REVERSE_POSITION" val="0"/>
</p:tagLst>
</file>

<file path=ppt/tags/tag378.xml><?xml version="1.0" encoding="utf-8"?>
<p:tagLst xmlns:p="http://schemas.openxmlformats.org/presentationml/2006/main">
  <p:tag name="KSO_WM_SLIDE_CONTENT_ORIENTATION" val=""/>
  <p:tag name="KSO_WM_SLIDE_HAS_MASK" val="0"/>
  <p:tag name="KSO_WM_SLIDE_ITEM_CNT" val="6"/>
  <p:tag name="KSO_WM_SLIDE_TYPE" val="text"/>
  <p:tag name="KSO_WM_TEMPLATE_SUBCATEGORY" val="29"/>
  <p:tag name="KSO_WM_BEAUTIFY_FLAG" val="#wm#"/>
  <p:tag name="KSO_WM_TEMPLATE_FIGMA_ID" val="69796632965"/>
  <p:tag name="KSO_WM_TEMPLATE_SLIDE_ID" val="slide_c13321443022db2c"/>
  <p:tag name="resource_record_key" val="{&quot;65&quot;:[40490157],&quot;70&quot;:[3314121,3312292,3431244,3312387,3322402,3402300,3402298]}"/>
</p:tagLst>
</file>

<file path=ppt/tags/tag379.xml><?xml version="1.0" encoding="utf-8"?>
<p:tagLst xmlns:p="http://schemas.openxmlformats.org/presentationml/2006/main">
  <p:tag name="KSO_WM_BEAUTIFY_FLAG" val="#wm#"/>
  <p:tag name="KSO_WM_UNIT_INDEX" val="1"/>
  <p:tag name="KSO_WM_UNIT_TEXT_TYPE" val="1"/>
  <p:tag name="KSO_WM_UNIT_TYPE" val="b"/>
  <p:tag name="KSO_WM_UNIT_PRESET_TEXT" val="THE END"/>
  <p:tag name="KSO_WM_FIGMA_FLAG" val="#fgm#"/>
  <p:tag name="KSO_WM_UNIT_ID" val="_11*b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380.xml><?xml version="1.0" encoding="utf-8"?>
<p:tagLst xmlns:p="http://schemas.openxmlformats.org/presentationml/2006/main">
  <p:tag name="KSO_WM_UNIT_ISCONTENTSTITLE" val="0"/>
  <p:tag name="KSO_WM_BEAUTIFY_FLAG" val="#wm#"/>
  <p:tag name="KSO_WM_UNIT_INDEX" val="1"/>
  <p:tag name="KSO_WM_UNIT_TEXT_TYPE" val="1"/>
  <p:tag name="KSO_WM_UNIT_TYPE" val="a"/>
  <p:tag name="KSO_WM_LAYOUT_CHECK_HASH" val="3400caa301173a8a7522db9d090b85b5836a47f0"/>
  <p:tag name="KSO_WM_NEWLAYOUT_ID" val="1222"/>
  <p:tag name="KSO_WM_UNIT_PRESET_TEXT" val="谢谢观看"/>
  <p:tag name="KSO_WM_FIGMA_FLAG" val="#fgm#"/>
  <p:tag name="KSO_WM_UNIT_ID" val="_11*a*1"/>
  <p:tag name="KSO_WM_TAG_VERSION" val="3.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LAYERLEVEL" val="1"/>
  <p:tag name="KSO_WM_TEMPLATE_INDEX" val="40490157"/>
  <p:tag name="KSO_WM_TEMPLATE_CATEGORY" val="custom"/>
</p:tagLst>
</file>

<file path=ppt/tags/tag381.xml><?xml version="1.0" encoding="utf-8"?>
<p:tagLst xmlns:p="http://schemas.openxmlformats.org/presentationml/2006/main">
  <p:tag name="KSO_WM_SLIDE_CONTENT_ORIENTATION" val="left"/>
  <p:tag name="KSO_WM_SLIDE_HAS_MASK" val="0"/>
  <p:tag name="KSO_WM_SLIDE_ITEM_CNT" val="0"/>
  <p:tag name="KSO_WM_SLIDE_TYPE" val="endPage"/>
  <p:tag name="KSO_WM_TEMPLATE_SUBCATEGORY" val="29"/>
  <p:tag name="KSO_WM_BEAUTIFY_FLAG" val="#wm#"/>
  <p:tag name="KSO_WM_TEMPLATE_SLIDE_ID" val="slide_06be46c9219ad451"/>
  <p:tag name="KSO_WM_TEMPLATE_INDEX" val="40490157"/>
  <p:tag name="KSO_WM_TEMPLATE_CATEGORY" val="custom"/>
  <p:tag name="KSO_WM_SLIDE_INDEX" val="5"/>
  <p:tag name="KSO_WM_SLIDE_ID" val="custom40490157_9"/>
  <p:tag name="KSO_WM_TEMPLATE_MASTER_TYPE" val="0"/>
  <p:tag name="KSO_WM_SLIDE_LAYOUT" val="a_b"/>
  <p:tag name="KSO_WM_SLIDE_LAYOUT_CNT" val="1_1"/>
  <p:tag name="KSO_WM_TAG_VERSION" val="3.0"/>
</p:tagLst>
</file>

<file path=ppt/tags/tag382.xml><?xml version="1.0" encoding="utf-8"?>
<p:tagLst xmlns:p="http://schemas.openxmlformats.org/presentationml/2006/main">
  <p:tag name="resource_record_key" val="{&quot;10&quot;:[50015918,50040879,50021702],&quot;65&quot;:[40490157],&quot;70&quot;:[3314121,3312292,3431244,3312387,3322402,3402300,3402298]}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渐变胶囊简约风">
  <a:themeElements>
    <a:clrScheme name="自定义 17">
      <a:dk1>
        <a:srgbClr val="000000"/>
      </a:dk1>
      <a:lt1>
        <a:srgbClr val="FFFFFF"/>
      </a:lt1>
      <a:dk2>
        <a:srgbClr val="32107E"/>
      </a:dk2>
      <a:lt2>
        <a:srgbClr val="D8E4FB"/>
      </a:lt2>
      <a:accent1>
        <a:srgbClr val="3A76E9"/>
      </a:accent1>
      <a:accent2>
        <a:srgbClr val="6868EA"/>
      </a:accent2>
      <a:accent3>
        <a:srgbClr val="8152EA"/>
      </a:accent3>
      <a:accent4>
        <a:srgbClr val="279EEA"/>
      </a:accent4>
      <a:accent5>
        <a:srgbClr val="13C7EC"/>
      </a:accent5>
      <a:accent6>
        <a:srgbClr val="36D8D4"/>
      </a:accent6>
      <a:hlink>
        <a:srgbClr val="0563C1"/>
      </a:hlink>
      <a:folHlink>
        <a:srgbClr val="954F72"/>
      </a:folHlink>
    </a:clrScheme>
    <a:fontScheme name="">
      <a:majorFont>
        <a:latin typeface="Microsoft YaHei UI"/>
        <a:ea typeface="Microsoft YaHei UI"/>
        <a:cs typeface=""/>
      </a:majorFont>
      <a:minorFont>
        <a:latin typeface="Microsoft YaHei UI"/>
        <a:ea typeface="Microsoft YaHei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渐变胶囊简约风">
  <a:themeElements>
    <a:clrScheme name="">
      <a:dk1>
        <a:srgbClr val="000000"/>
      </a:dk1>
      <a:lt1>
        <a:srgbClr val="FFFFFF"/>
      </a:lt1>
      <a:dk2>
        <a:srgbClr val="333638"/>
      </a:dk2>
      <a:lt2>
        <a:srgbClr val="EFEFEF"/>
      </a:lt2>
      <a:accent1>
        <a:srgbClr val="0EAF6C"/>
      </a:accent1>
      <a:accent2>
        <a:srgbClr val="BB72FB"/>
      </a:accent2>
      <a:accent3>
        <a:srgbClr val="7280FB"/>
      </a:accent3>
      <a:accent4>
        <a:srgbClr val="00B5EE"/>
      </a:accent4>
      <a:accent5>
        <a:srgbClr val="643AF8"/>
      </a:accent5>
      <a:accent6>
        <a:srgbClr val="2538D9"/>
      </a:accent6>
      <a:hlink>
        <a:srgbClr val="E28835"/>
      </a:hlink>
      <a:folHlink>
        <a:srgbClr val="9D8874"/>
      </a:folHlink>
    </a:clrScheme>
    <a:fontScheme name="">
      <a:majorFont>
        <a:latin typeface="Microsoft YaHei UI"/>
        <a:ea typeface="Microsoft YaHei UI"/>
        <a:cs typeface=""/>
      </a:majorFont>
      <a:minorFont>
        <a:latin typeface="Microsoft YaHei UI"/>
        <a:ea typeface="Microsoft YaHei UI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 w="19050">
          <a:gradFill>
            <a:gsLst>
              <a:gs pos="20000">
                <a:schemeClr val="accent1">
                  <a:alpha val="0"/>
                </a:schemeClr>
              </a:gs>
              <a:gs pos="90000">
                <a:schemeClr val="accent1">
                  <a:alpha val="100000"/>
                </a:schemeClr>
              </a:gs>
            </a:gsLst>
            <a:lin ang="0" scaled="1"/>
          </a:gradFill>
        </a:ln>
      </a:spPr>
      <a:bodyPr vertOverflow="overflow" horzOverflow="overflow" vert="horz" wrap="square" numCol="1" spcCol="0" rtlCol="0" fromWordArt="0" anchor="ctr" anchorCtr="0" compatLnSpc="1">
        <a:noAutofit/>
      </a:bodyPr>
      <a:lstStyle>
        <a:defPPr algn="ctr">
          <a:defRPr lang="zh-CN" altLang="en-US">
            <a:solidFill>
              <a:schemeClr val="lt1"/>
            </a:solidFill>
            <a:sym typeface="+mn-ea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solidFill>
            <a:srgbClr val="FFFFFF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1124</Words>
  <Application>WPS 演示</Application>
  <PresentationFormat>宽屏</PresentationFormat>
  <Paragraphs>217</Paragraphs>
  <Slides>13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13</vt:i4>
      </vt:variant>
    </vt:vector>
  </HeadingPairs>
  <TitlesOfParts>
    <vt:vector size="24" baseType="lpstr">
      <vt:lpstr>Arial</vt:lpstr>
      <vt:lpstr>宋体</vt:lpstr>
      <vt:lpstr>Wingdings</vt:lpstr>
      <vt:lpstr>微软雅黑</vt:lpstr>
      <vt:lpstr>Microsoft YaHei UI</vt:lpstr>
      <vt:lpstr>MiSans</vt:lpstr>
      <vt:lpstr>Arial Unicode MS</vt:lpstr>
      <vt:lpstr>Calibri</vt:lpstr>
      <vt:lpstr>Office 主题</vt:lpstr>
      <vt:lpstr>1_渐变胶囊简约风</vt:lpstr>
      <vt:lpstr>2_渐变胶囊简约风</vt:lpstr>
      <vt:lpstr>专属AI大模型介绍</vt:lpstr>
      <vt:lpstr>目录</vt:lpstr>
      <vt:lpstr>专属大模型案例</vt:lpstr>
      <vt:lpstr>PowerPoint 演示文稿</vt:lpstr>
      <vt:lpstr>PowerPoint 演示文稿</vt:lpstr>
      <vt:lpstr>专属大模型的优势</vt:lpstr>
      <vt:lpstr>PowerPoint 演示文稿</vt:lpstr>
      <vt:lpstr>专属大模型建设路径</vt:lpstr>
      <vt:lpstr>PowerPoint 演示文稿</vt:lpstr>
      <vt:lpstr>PowerPoint 演示文稿</vt:lpstr>
      <vt:lpstr>实施时间和成本</vt:lpstr>
      <vt:lpstr>PowerPoint 演示文稿</vt:lpstr>
      <vt:lpstr>谢谢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专属AI大模型介绍</dc:title>
  <dc:creator/>
  <cp:lastModifiedBy>leo</cp:lastModifiedBy>
  <cp:revision>35</cp:revision>
  <dcterms:created xsi:type="dcterms:W3CDTF">2026-04-30T01:46:00Z</dcterms:created>
  <dcterms:modified xsi:type="dcterms:W3CDTF">2026-04-30T06:21:36Z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2052-12.1.0.25860</vt:lpwstr>
  </property>
  <property fmtid="{D5CDD505-2E9C-101B-9397-08002B2CF9AE}" pid="3" name="KSOTemplateUUID">
    <vt:lpwstr>v1.0_ai_69796632965</vt:lpwstr>
  </property>
  <property fmtid="{D5CDD505-2E9C-101B-9397-08002B2CF9AE}" pid="4" name="ICV">
    <vt:lpwstr>26F12E4762C24E23AC00757D350B60DE_13</vt:lpwstr>
  </property>
</Properties>
</file>